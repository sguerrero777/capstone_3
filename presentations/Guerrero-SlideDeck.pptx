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4"/>
  </p:notesMasterIdLst>
  <p:sldIdLst>
    <p:sldId id="256" r:id="rId2"/>
    <p:sldId id="259" r:id="rId3"/>
    <p:sldId id="260" r:id="rId4"/>
    <p:sldId id="269" r:id="rId5"/>
    <p:sldId id="270" r:id="rId6"/>
    <p:sldId id="261" r:id="rId7"/>
    <p:sldId id="272" r:id="rId8"/>
    <p:sldId id="273" r:id="rId9"/>
    <p:sldId id="274" r:id="rId10"/>
    <p:sldId id="262" r:id="rId11"/>
    <p:sldId id="267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3F8"/>
    <a:srgbClr val="B3CBCB"/>
    <a:srgbClr val="FAF9F8"/>
    <a:srgbClr val="0E1116"/>
    <a:srgbClr val="E0DFDD"/>
    <a:srgbClr val="F5F5F5"/>
    <a:srgbClr val="171B22"/>
    <a:srgbClr val="1F2D3D"/>
    <a:srgbClr val="223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93220-ECED-4453-B528-81840A356ADF}" v="161" dt="2026-06-26T06:20:33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8" autoAdjust="0"/>
    <p:restoredTop sz="94660"/>
  </p:normalViewPr>
  <p:slideViewPr>
    <p:cSldViewPr snapToGrid="0">
      <p:cViewPr varScale="1">
        <p:scale>
          <a:sx n="55" d="100"/>
          <a:sy n="55" d="100"/>
        </p:scale>
        <p:origin x="66" y="6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leen guerrero" userId="3aa031e9-e6a7-468f-bc3b-fce99a2b0b37" providerId="ADAL" clId="{A08EFAD0-E507-44ED-BFB5-F5D566E874EF}"/>
    <pc:docChg chg="undo custSel addSld delSld modSld">
      <pc:chgData name="sharleen guerrero" userId="3aa031e9-e6a7-468f-bc3b-fce99a2b0b37" providerId="ADAL" clId="{A08EFAD0-E507-44ED-BFB5-F5D566E874EF}" dt="2026-06-26T06:40:35.418" v="5110" actId="20577"/>
      <pc:docMkLst>
        <pc:docMk/>
      </pc:docMkLst>
      <pc:sldChg chg="modSp del mod">
        <pc:chgData name="sharleen guerrero" userId="3aa031e9-e6a7-468f-bc3b-fce99a2b0b37" providerId="ADAL" clId="{A08EFAD0-E507-44ED-BFB5-F5D566E874EF}" dt="2026-06-26T02:53:07.155" v="27" actId="47"/>
        <pc:sldMkLst>
          <pc:docMk/>
          <pc:sldMk cId="0" sldId="257"/>
        </pc:sldMkLst>
        <pc:spChg chg="mod">
          <ac:chgData name="sharleen guerrero" userId="3aa031e9-e6a7-468f-bc3b-fce99a2b0b37" providerId="ADAL" clId="{A08EFAD0-E507-44ED-BFB5-F5D566E874EF}" dt="2026-06-26T02:52:53.062" v="2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2:52:56.179" v="25" actId="1076"/>
          <ac:spMkLst>
            <pc:docMk/>
            <pc:sldMk cId="0" sldId="257"/>
            <ac:spMk id="13" creationId="{DAAC8C2D-4787-C54E-03A9-583B7260DADA}"/>
          </ac:spMkLst>
        </pc:spChg>
      </pc:sldChg>
      <pc:sldChg chg="addSp delSp modSp mod">
        <pc:chgData name="sharleen guerrero" userId="3aa031e9-e6a7-468f-bc3b-fce99a2b0b37" providerId="ADAL" clId="{A08EFAD0-E507-44ED-BFB5-F5D566E874EF}" dt="2026-06-26T02:57:13.153" v="144" actId="1076"/>
        <pc:sldMkLst>
          <pc:docMk/>
          <pc:sldMk cId="4167188448" sldId="259"/>
        </pc:sldMkLst>
        <pc:spChg chg="add del mod">
          <ac:chgData name="sharleen guerrero" userId="3aa031e9-e6a7-468f-bc3b-fce99a2b0b37" providerId="ADAL" clId="{A08EFAD0-E507-44ED-BFB5-F5D566E874EF}" dt="2026-06-26T02:51:09.889" v="5" actId="478"/>
          <ac:spMkLst>
            <pc:docMk/>
            <pc:sldMk cId="4167188448" sldId="259"/>
            <ac:spMk id="5" creationId="{A63619AC-B1B7-7A6D-7D04-904B56F21D1B}"/>
          </ac:spMkLst>
        </pc:spChg>
        <pc:spChg chg="add del mod">
          <ac:chgData name="sharleen guerrero" userId="3aa031e9-e6a7-468f-bc3b-fce99a2b0b37" providerId="ADAL" clId="{A08EFAD0-E507-44ED-BFB5-F5D566E874EF}" dt="2026-06-26T02:51:07.882" v="4" actId="478"/>
          <ac:spMkLst>
            <pc:docMk/>
            <pc:sldMk cId="4167188448" sldId="259"/>
            <ac:spMk id="7" creationId="{30523E60-11F7-81A4-B49F-30D0BAD2A9FD}"/>
          </ac:spMkLst>
        </pc:spChg>
        <pc:spChg chg="add">
          <ac:chgData name="sharleen guerrero" userId="3aa031e9-e6a7-468f-bc3b-fce99a2b0b37" providerId="ADAL" clId="{A08EFAD0-E507-44ED-BFB5-F5D566E874EF}" dt="2026-06-26T02:51:17.203" v="6" actId="22"/>
          <ac:spMkLst>
            <pc:docMk/>
            <pc:sldMk cId="4167188448" sldId="259"/>
            <ac:spMk id="9" creationId="{81EA4DBA-26C9-8C45-A093-1C8C301D83FA}"/>
          </ac:spMkLst>
        </pc:spChg>
        <pc:spChg chg="add mod">
          <ac:chgData name="sharleen guerrero" userId="3aa031e9-e6a7-468f-bc3b-fce99a2b0b37" providerId="ADAL" clId="{A08EFAD0-E507-44ED-BFB5-F5D566E874EF}" dt="2026-06-26T02:54:22.862" v="70" actId="1076"/>
          <ac:spMkLst>
            <pc:docMk/>
            <pc:sldMk cId="4167188448" sldId="259"/>
            <ac:spMk id="11" creationId="{8A3478FC-9727-661A-1CDA-5DF3DD9496C8}"/>
          </ac:spMkLst>
        </pc:spChg>
        <pc:spChg chg="add mod">
          <ac:chgData name="sharleen guerrero" userId="3aa031e9-e6a7-468f-bc3b-fce99a2b0b37" providerId="ADAL" clId="{A08EFAD0-E507-44ED-BFB5-F5D566E874EF}" dt="2026-06-26T02:55:56.425" v="98" actId="20577"/>
          <ac:spMkLst>
            <pc:docMk/>
            <pc:sldMk cId="4167188448" sldId="259"/>
            <ac:spMk id="13" creationId="{A96B3E3E-BAC7-28FA-AE21-4A4068F38DC9}"/>
          </ac:spMkLst>
        </pc:spChg>
        <pc:spChg chg="add">
          <ac:chgData name="sharleen guerrero" userId="3aa031e9-e6a7-468f-bc3b-fce99a2b0b37" providerId="ADAL" clId="{A08EFAD0-E507-44ED-BFB5-F5D566E874EF}" dt="2026-06-26T02:51:31.790" v="9" actId="22"/>
          <ac:spMkLst>
            <pc:docMk/>
            <pc:sldMk cId="4167188448" sldId="259"/>
            <ac:spMk id="15" creationId="{8D79BE05-0F03-467F-65D5-E923F9185B6F}"/>
          </ac:spMkLst>
        </pc:spChg>
        <pc:spChg chg="add">
          <ac:chgData name="sharleen guerrero" userId="3aa031e9-e6a7-468f-bc3b-fce99a2b0b37" providerId="ADAL" clId="{A08EFAD0-E507-44ED-BFB5-F5D566E874EF}" dt="2026-06-26T02:51:40.425" v="11" actId="22"/>
          <ac:spMkLst>
            <pc:docMk/>
            <pc:sldMk cId="4167188448" sldId="259"/>
            <ac:spMk id="17" creationId="{EEA4E3AC-20DB-E0AE-7698-92AA020DE622}"/>
          </ac:spMkLst>
        </pc:spChg>
        <pc:spChg chg="add">
          <ac:chgData name="sharleen guerrero" userId="3aa031e9-e6a7-468f-bc3b-fce99a2b0b37" providerId="ADAL" clId="{A08EFAD0-E507-44ED-BFB5-F5D566E874EF}" dt="2026-06-26T02:51:43.994" v="12" actId="22"/>
          <ac:spMkLst>
            <pc:docMk/>
            <pc:sldMk cId="4167188448" sldId="259"/>
            <ac:spMk id="19" creationId="{FF606652-22C5-AC81-C4B9-B2BA11A0177F}"/>
          </ac:spMkLst>
        </pc:spChg>
        <pc:spChg chg="add mod">
          <ac:chgData name="sharleen guerrero" userId="3aa031e9-e6a7-468f-bc3b-fce99a2b0b37" providerId="ADAL" clId="{A08EFAD0-E507-44ED-BFB5-F5D566E874EF}" dt="2026-06-26T02:57:13.153" v="144" actId="1076"/>
          <ac:spMkLst>
            <pc:docMk/>
            <pc:sldMk cId="4167188448" sldId="259"/>
            <ac:spMk id="21" creationId="{B2F99F54-9A9B-B76B-E44F-93022D2E1BB3}"/>
          </ac:spMkLst>
        </pc:spChg>
        <pc:spChg chg="add">
          <ac:chgData name="sharleen guerrero" userId="3aa031e9-e6a7-468f-bc3b-fce99a2b0b37" providerId="ADAL" clId="{A08EFAD0-E507-44ED-BFB5-F5D566E874EF}" dt="2026-06-26T02:52:50.048" v="23" actId="22"/>
          <ac:spMkLst>
            <pc:docMk/>
            <pc:sldMk cId="4167188448" sldId="259"/>
            <ac:spMk id="25" creationId="{61D54B95-946A-D65F-4A29-4A30B0D36511}"/>
          </ac:spMkLst>
        </pc:spChg>
        <pc:spChg chg="add">
          <ac:chgData name="sharleen guerrero" userId="3aa031e9-e6a7-468f-bc3b-fce99a2b0b37" providerId="ADAL" clId="{A08EFAD0-E507-44ED-BFB5-F5D566E874EF}" dt="2026-06-26T02:53:01.680" v="26" actId="22"/>
          <ac:spMkLst>
            <pc:docMk/>
            <pc:sldMk cId="4167188448" sldId="259"/>
            <ac:spMk id="27" creationId="{0AF66C7C-95FC-5435-01D5-B1B33F3B4CAF}"/>
          </ac:spMkLst>
        </pc:spChg>
        <pc:picChg chg="add mod">
          <ac:chgData name="sharleen guerrero" userId="3aa031e9-e6a7-468f-bc3b-fce99a2b0b37" providerId="ADAL" clId="{A08EFAD0-E507-44ED-BFB5-F5D566E874EF}" dt="2026-06-26T02:51:56.640" v="16" actId="14100"/>
          <ac:picMkLst>
            <pc:docMk/>
            <pc:sldMk cId="4167188448" sldId="259"/>
            <ac:picMk id="23" creationId="{84BAAC62-44D3-1311-0A01-B10E7C40029E}"/>
          </ac:picMkLst>
        </pc:picChg>
      </pc:sldChg>
      <pc:sldChg chg="addSp delSp modSp add mod setBg">
        <pc:chgData name="sharleen guerrero" userId="3aa031e9-e6a7-468f-bc3b-fce99a2b0b37" providerId="ADAL" clId="{A08EFAD0-E507-44ED-BFB5-F5D566E874EF}" dt="2026-06-26T03:42:57.917" v="1348" actId="1582"/>
        <pc:sldMkLst>
          <pc:docMk/>
          <pc:sldMk cId="962662212" sldId="260"/>
        </pc:sldMkLst>
        <pc:spChg chg="mod">
          <ac:chgData name="sharleen guerrero" userId="3aa031e9-e6a7-468f-bc3b-fce99a2b0b37" providerId="ADAL" clId="{A08EFAD0-E507-44ED-BFB5-F5D566E874EF}" dt="2026-06-26T03:22:14.067" v="310" actId="208"/>
          <ac:spMkLst>
            <pc:docMk/>
            <pc:sldMk cId="962662212" sldId="260"/>
            <ac:spMk id="3" creationId="{B533A865-B716-521F-1720-F2148EEA7F3A}"/>
          </ac:spMkLst>
        </pc:spChg>
        <pc:spChg chg="add del">
          <ac:chgData name="sharleen guerrero" userId="3aa031e9-e6a7-468f-bc3b-fce99a2b0b37" providerId="ADAL" clId="{A08EFAD0-E507-44ED-BFB5-F5D566E874EF}" dt="2026-06-26T03:12:47.730" v="175" actId="478"/>
          <ac:spMkLst>
            <pc:docMk/>
            <pc:sldMk cId="962662212" sldId="260"/>
            <ac:spMk id="4" creationId="{CB39EA2D-F6E7-AF07-BC18-895E254C45CC}"/>
          </ac:spMkLst>
        </pc:spChg>
        <pc:spChg chg="add mod">
          <ac:chgData name="sharleen guerrero" userId="3aa031e9-e6a7-468f-bc3b-fce99a2b0b37" providerId="ADAL" clId="{A08EFAD0-E507-44ED-BFB5-F5D566E874EF}" dt="2026-06-26T03:42:52.697" v="1347" actId="1582"/>
          <ac:spMkLst>
            <pc:docMk/>
            <pc:sldMk cId="962662212" sldId="260"/>
            <ac:spMk id="6" creationId="{208B4D32-8B26-3BC9-61E8-5EAA985DF33B}"/>
          </ac:spMkLst>
        </pc:spChg>
        <pc:spChg chg="add mod">
          <ac:chgData name="sharleen guerrero" userId="3aa031e9-e6a7-468f-bc3b-fce99a2b0b37" providerId="ADAL" clId="{A08EFAD0-E507-44ED-BFB5-F5D566E874EF}" dt="2026-06-26T03:42:57.917" v="1348" actId="1582"/>
          <ac:spMkLst>
            <pc:docMk/>
            <pc:sldMk cId="962662212" sldId="260"/>
            <ac:spMk id="8" creationId="{EBEA523D-2DF3-6694-3748-720559A58D46}"/>
          </ac:spMkLst>
        </pc:spChg>
        <pc:spChg chg="mod">
          <ac:chgData name="sharleen guerrero" userId="3aa031e9-e6a7-468f-bc3b-fce99a2b0b37" providerId="ADAL" clId="{A08EFAD0-E507-44ED-BFB5-F5D566E874EF}" dt="2026-06-26T03:20:41.953" v="256" actId="20577"/>
          <ac:spMkLst>
            <pc:docMk/>
            <pc:sldMk cId="962662212" sldId="260"/>
            <ac:spMk id="9" creationId="{D63E918D-E14D-9ED9-8BDC-9D75052D44E1}"/>
          </ac:spMkLst>
        </pc:spChg>
        <pc:spChg chg="add mod">
          <ac:chgData name="sharleen guerrero" userId="3aa031e9-e6a7-468f-bc3b-fce99a2b0b37" providerId="ADAL" clId="{A08EFAD0-E507-44ED-BFB5-F5D566E874EF}" dt="2026-06-26T03:21:43.181" v="306" actId="255"/>
          <ac:spMkLst>
            <pc:docMk/>
            <pc:sldMk cId="962662212" sldId="260"/>
            <ac:spMk id="11" creationId="{0C75F6F6-0D8F-37BC-064D-D99DE41CCA87}"/>
          </ac:spMkLst>
        </pc:spChg>
        <pc:spChg chg="del">
          <ac:chgData name="sharleen guerrero" userId="3aa031e9-e6a7-468f-bc3b-fce99a2b0b37" providerId="ADAL" clId="{A08EFAD0-E507-44ED-BFB5-F5D566E874EF}" dt="2026-06-26T03:00:11.258" v="149" actId="478"/>
          <ac:spMkLst>
            <pc:docMk/>
            <pc:sldMk cId="962662212" sldId="260"/>
            <ac:spMk id="11" creationId="{5DF0B989-B83C-CAA8-388E-9CB876A4A05E}"/>
          </ac:spMkLst>
        </pc:spChg>
        <pc:spChg chg="del">
          <ac:chgData name="sharleen guerrero" userId="3aa031e9-e6a7-468f-bc3b-fce99a2b0b37" providerId="ADAL" clId="{A08EFAD0-E507-44ED-BFB5-F5D566E874EF}" dt="2026-06-26T03:00:16.774" v="151" actId="478"/>
          <ac:spMkLst>
            <pc:docMk/>
            <pc:sldMk cId="962662212" sldId="260"/>
            <ac:spMk id="13" creationId="{7BE9F44A-630B-FEC2-203C-3635EF7E1D7D}"/>
          </ac:spMkLst>
        </pc:spChg>
        <pc:spChg chg="add mod">
          <ac:chgData name="sharleen guerrero" userId="3aa031e9-e6a7-468f-bc3b-fce99a2b0b37" providerId="ADAL" clId="{A08EFAD0-E507-44ED-BFB5-F5D566E874EF}" dt="2026-06-26T03:21:46.933" v="307" actId="255"/>
          <ac:spMkLst>
            <pc:docMk/>
            <pc:sldMk cId="962662212" sldId="260"/>
            <ac:spMk id="15" creationId="{AE614556-1329-3219-4FD7-CBE1FB0141E9}"/>
          </ac:spMkLst>
        </pc:spChg>
        <pc:spChg chg="del">
          <ac:chgData name="sharleen guerrero" userId="3aa031e9-e6a7-468f-bc3b-fce99a2b0b37" providerId="ADAL" clId="{A08EFAD0-E507-44ED-BFB5-F5D566E874EF}" dt="2026-06-26T03:00:13.594" v="150" actId="478"/>
          <ac:spMkLst>
            <pc:docMk/>
            <pc:sldMk cId="962662212" sldId="260"/>
            <ac:spMk id="15" creationId="{B7B90F69-A453-DD13-9F97-2D7827071C8C}"/>
          </ac:spMkLst>
        </pc:spChg>
        <pc:spChg chg="del">
          <ac:chgData name="sharleen guerrero" userId="3aa031e9-e6a7-468f-bc3b-fce99a2b0b37" providerId="ADAL" clId="{A08EFAD0-E507-44ED-BFB5-F5D566E874EF}" dt="2026-06-26T02:57:58.676" v="146" actId="478"/>
          <ac:spMkLst>
            <pc:docMk/>
            <pc:sldMk cId="962662212" sldId="260"/>
            <ac:spMk id="17" creationId="{1CB4ED53-3EA1-98A4-5FFD-03CD03C6901A}"/>
          </ac:spMkLst>
        </pc:spChg>
        <pc:spChg chg="add mod">
          <ac:chgData name="sharleen guerrero" userId="3aa031e9-e6a7-468f-bc3b-fce99a2b0b37" providerId="ADAL" clId="{A08EFAD0-E507-44ED-BFB5-F5D566E874EF}" dt="2026-06-26T03:20:36.068" v="252" actId="1076"/>
          <ac:spMkLst>
            <pc:docMk/>
            <pc:sldMk cId="962662212" sldId="260"/>
            <ac:spMk id="19" creationId="{28A8C858-EF1E-29E0-6C03-B08586BA3C28}"/>
          </ac:spMkLst>
        </pc:spChg>
        <pc:spChg chg="del">
          <ac:chgData name="sharleen guerrero" userId="3aa031e9-e6a7-468f-bc3b-fce99a2b0b37" providerId="ADAL" clId="{A08EFAD0-E507-44ED-BFB5-F5D566E874EF}" dt="2026-06-26T03:00:19.948" v="152" actId="478"/>
          <ac:spMkLst>
            <pc:docMk/>
            <pc:sldMk cId="962662212" sldId="260"/>
            <ac:spMk id="19" creationId="{7D89EC29-C560-DD14-8672-6B31DD4F4D55}"/>
          </ac:spMkLst>
        </pc:spChg>
        <pc:spChg chg="add mod">
          <ac:chgData name="sharleen guerrero" userId="3aa031e9-e6a7-468f-bc3b-fce99a2b0b37" providerId="ADAL" clId="{A08EFAD0-E507-44ED-BFB5-F5D566E874EF}" dt="2026-06-26T03:21:22.960" v="305" actId="20577"/>
          <ac:spMkLst>
            <pc:docMk/>
            <pc:sldMk cId="962662212" sldId="260"/>
            <ac:spMk id="21" creationId="{6B565A6B-C502-AC99-4577-6327E5D0A483}"/>
          </ac:spMkLst>
        </pc:spChg>
        <pc:spChg chg="del">
          <ac:chgData name="sharleen guerrero" userId="3aa031e9-e6a7-468f-bc3b-fce99a2b0b37" providerId="ADAL" clId="{A08EFAD0-E507-44ED-BFB5-F5D566E874EF}" dt="2026-06-26T03:00:08.536" v="148" actId="478"/>
          <ac:spMkLst>
            <pc:docMk/>
            <pc:sldMk cId="962662212" sldId="260"/>
            <ac:spMk id="21" creationId="{FFBB178B-482D-4EEC-9BF3-544AC1A3B744}"/>
          </ac:spMkLst>
        </pc:spChg>
        <pc:spChg chg="add mod">
          <ac:chgData name="sharleen guerrero" userId="3aa031e9-e6a7-468f-bc3b-fce99a2b0b37" providerId="ADAL" clId="{A08EFAD0-E507-44ED-BFB5-F5D566E874EF}" dt="2026-06-26T03:33:02.823" v="1271" actId="1076"/>
          <ac:spMkLst>
            <pc:docMk/>
            <pc:sldMk cId="962662212" sldId="260"/>
            <ac:spMk id="23" creationId="{E7DB4EA7-E708-2ECA-B910-FBE0C7D0A160}"/>
          </ac:spMkLst>
        </pc:spChg>
        <pc:spChg chg="add mod">
          <ac:chgData name="sharleen guerrero" userId="3aa031e9-e6a7-468f-bc3b-fce99a2b0b37" providerId="ADAL" clId="{A08EFAD0-E507-44ED-BFB5-F5D566E874EF}" dt="2026-06-26T03:32:16.114" v="1262" actId="2710"/>
          <ac:spMkLst>
            <pc:docMk/>
            <pc:sldMk cId="962662212" sldId="260"/>
            <ac:spMk id="25" creationId="{BAFC42F8-8C54-72D0-5AFA-90E4C618F473}"/>
          </ac:spMkLst>
        </pc:spChg>
        <pc:spChg chg="del">
          <ac:chgData name="sharleen guerrero" userId="3aa031e9-e6a7-468f-bc3b-fce99a2b0b37" providerId="ADAL" clId="{A08EFAD0-E507-44ED-BFB5-F5D566E874EF}" dt="2026-06-26T03:00:25.082" v="154" actId="478"/>
          <ac:spMkLst>
            <pc:docMk/>
            <pc:sldMk cId="962662212" sldId="260"/>
            <ac:spMk id="25" creationId="{F12BAAB8-9F99-AD31-1274-3D6B41E6D9C7}"/>
          </ac:spMkLst>
        </pc:spChg>
        <pc:spChg chg="del">
          <ac:chgData name="sharleen guerrero" userId="3aa031e9-e6a7-468f-bc3b-fce99a2b0b37" providerId="ADAL" clId="{A08EFAD0-E507-44ED-BFB5-F5D566E874EF}" dt="2026-06-26T03:00:22.519" v="153" actId="478"/>
          <ac:spMkLst>
            <pc:docMk/>
            <pc:sldMk cId="962662212" sldId="260"/>
            <ac:spMk id="27" creationId="{9BC9A349-E895-EA35-D637-D3100B1E4129}"/>
          </ac:spMkLst>
        </pc:spChg>
        <pc:picChg chg="add mod">
          <ac:chgData name="sharleen guerrero" userId="3aa031e9-e6a7-468f-bc3b-fce99a2b0b37" providerId="ADAL" clId="{A08EFAD0-E507-44ED-BFB5-F5D566E874EF}" dt="2026-06-26T03:16:11.907" v="201" actId="1076"/>
          <ac:picMkLst>
            <pc:docMk/>
            <pc:sldMk cId="962662212" sldId="260"/>
            <ac:picMk id="13" creationId="{5C6ABABB-D544-D13E-E3F8-788451653DF5}"/>
          </ac:picMkLst>
        </pc:picChg>
        <pc:picChg chg="add mod">
          <ac:chgData name="sharleen guerrero" userId="3aa031e9-e6a7-468f-bc3b-fce99a2b0b37" providerId="ADAL" clId="{A08EFAD0-E507-44ED-BFB5-F5D566E874EF}" dt="2026-06-26T03:17:39.654" v="220" actId="14100"/>
          <ac:picMkLst>
            <pc:docMk/>
            <pc:sldMk cId="962662212" sldId="260"/>
            <ac:picMk id="17" creationId="{6C99096D-34E8-E820-0211-005426B7CF98}"/>
          </ac:picMkLst>
        </pc:picChg>
        <pc:picChg chg="del">
          <ac:chgData name="sharleen guerrero" userId="3aa031e9-e6a7-468f-bc3b-fce99a2b0b37" providerId="ADAL" clId="{A08EFAD0-E507-44ED-BFB5-F5D566E874EF}" dt="2026-06-26T02:58:00.082" v="147" actId="478"/>
          <ac:picMkLst>
            <pc:docMk/>
            <pc:sldMk cId="962662212" sldId="260"/>
            <ac:picMk id="23" creationId="{01B794AD-28B9-E491-CA09-A56EFD30AAA1}"/>
          </ac:picMkLst>
        </pc:picChg>
      </pc:sldChg>
      <pc:sldChg chg="del">
        <pc:chgData name="sharleen guerrero" userId="3aa031e9-e6a7-468f-bc3b-fce99a2b0b37" providerId="ADAL" clId="{A08EFAD0-E507-44ED-BFB5-F5D566E874EF}" dt="2026-06-26T02:53:09.668" v="28" actId="47"/>
        <pc:sldMkLst>
          <pc:docMk/>
          <pc:sldMk cId="0" sldId="261"/>
        </pc:sldMkLst>
      </pc:sldChg>
      <pc:sldChg chg="add del setBg">
        <pc:chgData name="sharleen guerrero" userId="3aa031e9-e6a7-468f-bc3b-fce99a2b0b37" providerId="ADAL" clId="{A08EFAD0-E507-44ED-BFB5-F5D566E874EF}" dt="2026-06-26T03:11:44.536" v="156" actId="47"/>
        <pc:sldMkLst>
          <pc:docMk/>
          <pc:sldMk cId="4237351516" sldId="261"/>
        </pc:sldMkLst>
      </pc:sldChg>
      <pc:sldChg chg="addSp delSp modSp add mod setBg">
        <pc:chgData name="sharleen guerrero" userId="3aa031e9-e6a7-468f-bc3b-fce99a2b0b37" providerId="ADAL" clId="{A08EFAD0-E507-44ED-BFB5-F5D566E874EF}" dt="2026-06-26T04:54:49.551" v="2200" actId="20577"/>
        <pc:sldMkLst>
          <pc:docMk/>
          <pc:sldMk cId="4239445584" sldId="261"/>
        </pc:sldMkLst>
        <pc:spChg chg="mod">
          <ac:chgData name="sharleen guerrero" userId="3aa031e9-e6a7-468f-bc3b-fce99a2b0b37" providerId="ADAL" clId="{A08EFAD0-E507-44ED-BFB5-F5D566E874EF}" dt="2026-06-26T04:46:36.027" v="1863" actId="1582"/>
          <ac:spMkLst>
            <pc:docMk/>
            <pc:sldMk cId="4239445584" sldId="261"/>
            <ac:spMk id="3" creationId="{9410C7E0-0DE8-AD0F-B4F5-0E76B6EA6188}"/>
          </ac:spMkLst>
        </pc:spChg>
        <pc:spChg chg="del">
          <ac:chgData name="sharleen guerrero" userId="3aa031e9-e6a7-468f-bc3b-fce99a2b0b37" providerId="ADAL" clId="{A08EFAD0-E507-44ED-BFB5-F5D566E874EF}" dt="2026-06-26T03:19:02.728" v="227" actId="478"/>
          <ac:spMkLst>
            <pc:docMk/>
            <pc:sldMk cId="4239445584" sldId="261"/>
            <ac:spMk id="6" creationId="{A0EABCF6-D8FF-6135-14E1-6ED4C2AB6CC6}"/>
          </ac:spMkLst>
        </pc:spChg>
        <pc:spChg chg="add mod">
          <ac:chgData name="sharleen guerrero" userId="3aa031e9-e6a7-468f-bc3b-fce99a2b0b37" providerId="ADAL" clId="{A08EFAD0-E507-44ED-BFB5-F5D566E874EF}" dt="2026-06-26T04:46:49.873" v="1864" actId="693"/>
          <ac:spMkLst>
            <pc:docMk/>
            <pc:sldMk cId="4239445584" sldId="261"/>
            <ac:spMk id="7" creationId="{DDBFCE15-45E3-8B85-0E98-596FF49780B7}"/>
          </ac:spMkLst>
        </pc:spChg>
        <pc:spChg chg="del">
          <ac:chgData name="sharleen guerrero" userId="3aa031e9-e6a7-468f-bc3b-fce99a2b0b37" providerId="ADAL" clId="{A08EFAD0-E507-44ED-BFB5-F5D566E874EF}" dt="2026-06-26T03:19:11.242" v="232" actId="478"/>
          <ac:spMkLst>
            <pc:docMk/>
            <pc:sldMk cId="4239445584" sldId="261"/>
            <ac:spMk id="8" creationId="{093579FF-CB09-3D43-B12B-8A36248BA8D6}"/>
          </ac:spMkLst>
        </pc:spChg>
        <pc:spChg chg="mod">
          <ac:chgData name="sharleen guerrero" userId="3aa031e9-e6a7-468f-bc3b-fce99a2b0b37" providerId="ADAL" clId="{A08EFAD0-E507-44ED-BFB5-F5D566E874EF}" dt="2026-06-26T04:44:32.084" v="1848" actId="20577"/>
          <ac:spMkLst>
            <pc:docMk/>
            <pc:sldMk cId="4239445584" sldId="261"/>
            <ac:spMk id="9" creationId="{C53BA09C-4EF0-6D72-EA48-71D4914BED6A}"/>
          </ac:spMkLst>
        </pc:spChg>
        <pc:spChg chg="del">
          <ac:chgData name="sharleen guerrero" userId="3aa031e9-e6a7-468f-bc3b-fce99a2b0b37" providerId="ADAL" clId="{A08EFAD0-E507-44ED-BFB5-F5D566E874EF}" dt="2026-06-26T03:19:04.945" v="228" actId="478"/>
          <ac:spMkLst>
            <pc:docMk/>
            <pc:sldMk cId="4239445584" sldId="261"/>
            <ac:spMk id="11" creationId="{8B8A7EAB-DDA9-7645-8E86-09D74DABE76C}"/>
          </ac:spMkLst>
        </pc:spChg>
        <pc:spChg chg="add mod">
          <ac:chgData name="sharleen guerrero" userId="3aa031e9-e6a7-468f-bc3b-fce99a2b0b37" providerId="ADAL" clId="{A08EFAD0-E507-44ED-BFB5-F5D566E874EF}" dt="2026-06-26T04:48:20.825" v="1876" actId="208"/>
          <ac:spMkLst>
            <pc:docMk/>
            <pc:sldMk cId="4239445584" sldId="261"/>
            <ac:spMk id="12" creationId="{42775DE4-C0BD-E3C3-64CB-4179F45F3A3C}"/>
          </ac:spMkLst>
        </pc:spChg>
        <pc:spChg chg="del">
          <ac:chgData name="sharleen guerrero" userId="3aa031e9-e6a7-468f-bc3b-fce99a2b0b37" providerId="ADAL" clId="{A08EFAD0-E507-44ED-BFB5-F5D566E874EF}" dt="2026-06-26T03:19:12.994" v="233" actId="478"/>
          <ac:spMkLst>
            <pc:docMk/>
            <pc:sldMk cId="4239445584" sldId="261"/>
            <ac:spMk id="15" creationId="{AC5BF676-409A-883B-2299-359E7A28C401}"/>
          </ac:spMkLst>
        </pc:spChg>
        <pc:spChg chg="del">
          <ac:chgData name="sharleen guerrero" userId="3aa031e9-e6a7-468f-bc3b-fce99a2b0b37" providerId="ADAL" clId="{A08EFAD0-E507-44ED-BFB5-F5D566E874EF}" dt="2026-06-26T03:19:08.192" v="230" actId="478"/>
          <ac:spMkLst>
            <pc:docMk/>
            <pc:sldMk cId="4239445584" sldId="261"/>
            <ac:spMk id="19" creationId="{D35A7637-579C-FFD9-236C-6F9EA3104808}"/>
          </ac:spMkLst>
        </pc:spChg>
        <pc:spChg chg="add">
          <ac:chgData name="sharleen guerrero" userId="3aa031e9-e6a7-468f-bc3b-fce99a2b0b37" providerId="ADAL" clId="{A08EFAD0-E507-44ED-BFB5-F5D566E874EF}" dt="2026-06-26T04:48:33.139" v="1877" actId="22"/>
          <ac:spMkLst>
            <pc:docMk/>
            <pc:sldMk cId="4239445584" sldId="261"/>
            <ac:spMk id="22" creationId="{72F0BD0D-B378-336A-05AD-444B02B1CDE2}"/>
          </ac:spMkLst>
        </pc:spChg>
        <pc:spChg chg="add del">
          <ac:chgData name="sharleen guerrero" userId="3aa031e9-e6a7-468f-bc3b-fce99a2b0b37" providerId="ADAL" clId="{A08EFAD0-E507-44ED-BFB5-F5D566E874EF}" dt="2026-06-26T04:51:57.323" v="1931" actId="478"/>
          <ac:spMkLst>
            <pc:docMk/>
            <pc:sldMk cId="4239445584" sldId="261"/>
            <ac:spMk id="24" creationId="{7CA882F1-079B-E636-C6B5-CCE9A9C794A9}"/>
          </ac:spMkLst>
        </pc:spChg>
        <pc:spChg chg="add del mod">
          <ac:chgData name="sharleen guerrero" userId="3aa031e9-e6a7-468f-bc3b-fce99a2b0b37" providerId="ADAL" clId="{A08EFAD0-E507-44ED-BFB5-F5D566E874EF}" dt="2026-06-26T04:51:48.660" v="1929" actId="478"/>
          <ac:spMkLst>
            <pc:docMk/>
            <pc:sldMk cId="4239445584" sldId="261"/>
            <ac:spMk id="26" creationId="{F6125A43-D825-5ECC-BC90-C1B269CE2661}"/>
          </ac:spMkLst>
        </pc:spChg>
        <pc:spChg chg="add">
          <ac:chgData name="sharleen guerrero" userId="3aa031e9-e6a7-468f-bc3b-fce99a2b0b37" providerId="ADAL" clId="{A08EFAD0-E507-44ED-BFB5-F5D566E874EF}" dt="2026-06-26T04:49:12.060" v="1881" actId="22"/>
          <ac:spMkLst>
            <pc:docMk/>
            <pc:sldMk cId="4239445584" sldId="261"/>
            <ac:spMk id="28" creationId="{A909C148-FA6C-309E-60AA-BCD238270F4F}"/>
          </ac:spMkLst>
        </pc:spChg>
        <pc:spChg chg="add del">
          <ac:chgData name="sharleen guerrero" userId="3aa031e9-e6a7-468f-bc3b-fce99a2b0b37" providerId="ADAL" clId="{A08EFAD0-E507-44ED-BFB5-F5D566E874EF}" dt="2026-06-26T04:52:04.479" v="1933" actId="478"/>
          <ac:spMkLst>
            <pc:docMk/>
            <pc:sldMk cId="4239445584" sldId="261"/>
            <ac:spMk id="30" creationId="{CB91D2E8-13D9-F754-6636-70DF8C4C74ED}"/>
          </ac:spMkLst>
        </pc:spChg>
        <pc:spChg chg="add mod">
          <ac:chgData name="sharleen guerrero" userId="3aa031e9-e6a7-468f-bc3b-fce99a2b0b37" providerId="ADAL" clId="{A08EFAD0-E507-44ED-BFB5-F5D566E874EF}" dt="2026-06-26T04:54:49.551" v="2200" actId="20577"/>
          <ac:spMkLst>
            <pc:docMk/>
            <pc:sldMk cId="4239445584" sldId="261"/>
            <ac:spMk id="32" creationId="{E795A443-179E-6258-A517-80144BCDE915}"/>
          </ac:spMkLst>
        </pc:spChg>
        <pc:spChg chg="add">
          <ac:chgData name="sharleen guerrero" userId="3aa031e9-e6a7-468f-bc3b-fce99a2b0b37" providerId="ADAL" clId="{A08EFAD0-E507-44ED-BFB5-F5D566E874EF}" dt="2026-06-26T04:51:49.062" v="1930" actId="22"/>
          <ac:spMkLst>
            <pc:docMk/>
            <pc:sldMk cId="4239445584" sldId="261"/>
            <ac:spMk id="34" creationId="{27482F38-31AC-9D4C-638C-8932C8AB4583}"/>
          </ac:spMkLst>
        </pc:spChg>
        <pc:spChg chg="add">
          <ac:chgData name="sharleen guerrero" userId="3aa031e9-e6a7-468f-bc3b-fce99a2b0b37" providerId="ADAL" clId="{A08EFAD0-E507-44ED-BFB5-F5D566E874EF}" dt="2026-06-26T04:51:57.668" v="1932" actId="22"/>
          <ac:spMkLst>
            <pc:docMk/>
            <pc:sldMk cId="4239445584" sldId="261"/>
            <ac:spMk id="36" creationId="{92CBA9B1-714F-6E80-645C-1544D7AC271B}"/>
          </ac:spMkLst>
        </pc:spChg>
        <pc:spChg chg="add">
          <ac:chgData name="sharleen guerrero" userId="3aa031e9-e6a7-468f-bc3b-fce99a2b0b37" providerId="ADAL" clId="{A08EFAD0-E507-44ED-BFB5-F5D566E874EF}" dt="2026-06-26T04:52:05.048" v="1934" actId="22"/>
          <ac:spMkLst>
            <pc:docMk/>
            <pc:sldMk cId="4239445584" sldId="261"/>
            <ac:spMk id="38" creationId="{F2A83106-DAF8-C2CD-D8C0-C6A797A723DD}"/>
          </ac:spMkLst>
        </pc:spChg>
        <pc:spChg chg="add del">
          <ac:chgData name="sharleen guerrero" userId="3aa031e9-e6a7-468f-bc3b-fce99a2b0b37" providerId="ADAL" clId="{A08EFAD0-E507-44ED-BFB5-F5D566E874EF}" dt="2026-06-26T04:52:06.055" v="1936" actId="22"/>
          <ac:spMkLst>
            <pc:docMk/>
            <pc:sldMk cId="4239445584" sldId="261"/>
            <ac:spMk id="40" creationId="{9DEFBF19-EF2D-A1A1-80FC-8D9FA0DFA60B}"/>
          </ac:spMkLst>
        </pc:spChg>
        <pc:graphicFrameChg chg="add del mod">
          <ac:chgData name="sharleen guerrero" userId="3aa031e9-e6a7-468f-bc3b-fce99a2b0b37" providerId="ADAL" clId="{A08EFAD0-E507-44ED-BFB5-F5D566E874EF}" dt="2026-06-26T04:37:41.520" v="1805" actId="478"/>
          <ac:graphicFrameMkLst>
            <pc:docMk/>
            <pc:sldMk cId="4239445584" sldId="261"/>
            <ac:graphicFrameMk id="2" creationId="{7955C587-8B5A-F993-49D0-E8C1F5CABFF4}"/>
          </ac:graphicFrameMkLst>
        </pc:graphicFrameChg>
        <pc:graphicFrameChg chg="add del">
          <ac:chgData name="sharleen guerrero" userId="3aa031e9-e6a7-468f-bc3b-fce99a2b0b37" providerId="ADAL" clId="{A08EFAD0-E507-44ED-BFB5-F5D566E874EF}" dt="2026-06-26T04:37:29.791" v="1804" actId="478"/>
          <ac:graphicFrameMkLst>
            <pc:docMk/>
            <pc:sldMk cId="4239445584" sldId="261"/>
            <ac:graphicFrameMk id="4" creationId="{04D2B9F0-4164-942E-ECBA-BC26BF722E7D}"/>
          </ac:graphicFrameMkLst>
        </pc:graphicFrameChg>
        <pc:picChg chg="del">
          <ac:chgData name="sharleen guerrero" userId="3aa031e9-e6a7-468f-bc3b-fce99a2b0b37" providerId="ADAL" clId="{A08EFAD0-E507-44ED-BFB5-F5D566E874EF}" dt="2026-06-26T03:19:06.446" v="229" actId="478"/>
          <ac:picMkLst>
            <pc:docMk/>
            <pc:sldMk cId="4239445584" sldId="261"/>
            <ac:picMk id="13" creationId="{0F36528D-6DC2-CB6C-93C9-058AF7B15961}"/>
          </ac:picMkLst>
        </pc:picChg>
        <pc:picChg chg="add mod">
          <ac:chgData name="sharleen guerrero" userId="3aa031e9-e6a7-468f-bc3b-fce99a2b0b37" providerId="ADAL" clId="{A08EFAD0-E507-44ED-BFB5-F5D566E874EF}" dt="2026-06-26T04:45:31.902" v="1857" actId="14100"/>
          <ac:picMkLst>
            <pc:docMk/>
            <pc:sldMk cId="4239445584" sldId="261"/>
            <ac:picMk id="16" creationId="{D191CCC9-6329-31BE-F082-AD70E1EADA4A}"/>
          </ac:picMkLst>
        </pc:picChg>
        <pc:picChg chg="del">
          <ac:chgData name="sharleen guerrero" userId="3aa031e9-e6a7-468f-bc3b-fce99a2b0b37" providerId="ADAL" clId="{A08EFAD0-E507-44ED-BFB5-F5D566E874EF}" dt="2026-06-26T03:19:09.556" v="231" actId="478"/>
          <ac:picMkLst>
            <pc:docMk/>
            <pc:sldMk cId="4239445584" sldId="261"/>
            <ac:picMk id="17" creationId="{327F505F-2F50-3365-1E6B-9BD9037B5A70}"/>
          </ac:picMkLst>
        </pc:picChg>
        <pc:picChg chg="add mod">
          <ac:chgData name="sharleen guerrero" userId="3aa031e9-e6a7-468f-bc3b-fce99a2b0b37" providerId="ADAL" clId="{A08EFAD0-E507-44ED-BFB5-F5D566E874EF}" dt="2026-06-26T04:47:43.866" v="1872" actId="962"/>
          <ac:picMkLst>
            <pc:docMk/>
            <pc:sldMk cId="4239445584" sldId="261"/>
            <ac:picMk id="20" creationId="{3F7ABC80-0B97-DFCF-3E95-43AE4475055C}"/>
          </ac:picMkLst>
        </pc:picChg>
      </pc:sldChg>
      <pc:sldChg chg="add del setBg">
        <pc:chgData name="sharleen guerrero" userId="3aa031e9-e6a7-468f-bc3b-fce99a2b0b37" providerId="ADAL" clId="{A08EFAD0-E507-44ED-BFB5-F5D566E874EF}" dt="2026-06-26T03:19:26.438" v="236" actId="47"/>
        <pc:sldMkLst>
          <pc:docMk/>
          <pc:sldMk cId="2868484171" sldId="262"/>
        </pc:sldMkLst>
      </pc:sldChg>
      <pc:sldChg chg="addSp delSp modSp add mod setBg">
        <pc:chgData name="sharleen guerrero" userId="3aa031e9-e6a7-468f-bc3b-fce99a2b0b37" providerId="ADAL" clId="{A08EFAD0-E507-44ED-BFB5-F5D566E874EF}" dt="2026-06-26T05:30:18.125" v="3641" actId="1076"/>
        <pc:sldMkLst>
          <pc:docMk/>
          <pc:sldMk cId="3404207787" sldId="262"/>
        </pc:sldMkLst>
        <pc:spChg chg="add del mod">
          <ac:chgData name="sharleen guerrero" userId="3aa031e9-e6a7-468f-bc3b-fce99a2b0b37" providerId="ADAL" clId="{A08EFAD0-E507-44ED-BFB5-F5D566E874EF}" dt="2026-06-26T05:28:12.347" v="3592" actId="478"/>
          <ac:spMkLst>
            <pc:docMk/>
            <pc:sldMk cId="3404207787" sldId="262"/>
            <ac:spMk id="2" creationId="{EDDEC889-FBEB-9368-989A-DF4FC88D4C9D}"/>
          </ac:spMkLst>
        </pc:spChg>
        <pc:spChg chg="mod">
          <ac:chgData name="sharleen guerrero" userId="3aa031e9-e6a7-468f-bc3b-fce99a2b0b37" providerId="ADAL" clId="{A08EFAD0-E507-44ED-BFB5-F5D566E874EF}" dt="2026-06-26T05:21:22.002" v="3528" actId="208"/>
          <ac:spMkLst>
            <pc:docMk/>
            <pc:sldMk cId="3404207787" sldId="262"/>
            <ac:spMk id="3" creationId="{78E9F3AE-3564-4782-5378-31C68C500B8E}"/>
          </ac:spMkLst>
        </pc:spChg>
        <pc:spChg chg="mod">
          <ac:chgData name="sharleen guerrero" userId="3aa031e9-e6a7-468f-bc3b-fce99a2b0b37" providerId="ADAL" clId="{A08EFAD0-E507-44ED-BFB5-F5D566E874EF}" dt="2026-06-26T05:24:07.053" v="3575" actId="20577"/>
          <ac:spMkLst>
            <pc:docMk/>
            <pc:sldMk cId="3404207787" sldId="262"/>
            <ac:spMk id="9" creationId="{A3883884-B657-EAF8-94C8-80A63B581A16}"/>
          </ac:spMkLst>
        </pc:spChg>
        <pc:graphicFrameChg chg="add mod">
          <ac:chgData name="sharleen guerrero" userId="3aa031e9-e6a7-468f-bc3b-fce99a2b0b37" providerId="ADAL" clId="{A08EFAD0-E507-44ED-BFB5-F5D566E874EF}" dt="2026-06-26T05:30:00.974" v="3639" actId="1076"/>
          <ac:graphicFrameMkLst>
            <pc:docMk/>
            <pc:sldMk cId="3404207787" sldId="262"/>
            <ac:graphicFrameMk id="6" creationId="{8B64DC3B-FA3A-48FE-35CD-4141497BC008}"/>
          </ac:graphicFrameMkLst>
        </pc:graphicFrameChg>
        <pc:graphicFrameChg chg="add mod">
          <ac:chgData name="sharleen guerrero" userId="3aa031e9-e6a7-468f-bc3b-fce99a2b0b37" providerId="ADAL" clId="{A08EFAD0-E507-44ED-BFB5-F5D566E874EF}" dt="2026-06-26T05:30:13.556" v="3640" actId="1076"/>
          <ac:graphicFrameMkLst>
            <pc:docMk/>
            <pc:sldMk cId="3404207787" sldId="262"/>
            <ac:graphicFrameMk id="7" creationId="{BDFDE51B-D068-78A4-7BFA-31E199043E34}"/>
          </ac:graphicFrameMkLst>
        </pc:graphicFrameChg>
        <pc:picChg chg="add mod">
          <ac:chgData name="sharleen guerrero" userId="3aa031e9-e6a7-468f-bc3b-fce99a2b0b37" providerId="ADAL" clId="{A08EFAD0-E507-44ED-BFB5-F5D566E874EF}" dt="2026-06-26T05:30:18.125" v="3641" actId="1076"/>
          <ac:picMkLst>
            <pc:docMk/>
            <pc:sldMk cId="3404207787" sldId="262"/>
            <ac:picMk id="5" creationId="{E41951A2-459D-A2CC-2C93-08C9A52B6467}"/>
          </ac:picMkLst>
        </pc:picChg>
      </pc:sldChg>
      <pc:sldChg chg="add del setBg">
        <pc:chgData name="sharleen guerrero" userId="3aa031e9-e6a7-468f-bc3b-fce99a2b0b37" providerId="ADAL" clId="{A08EFAD0-E507-44ED-BFB5-F5D566E874EF}" dt="2026-06-26T05:20:45.793" v="3523" actId="47"/>
        <pc:sldMkLst>
          <pc:docMk/>
          <pc:sldMk cId="182988706" sldId="263"/>
        </pc:sldMkLst>
      </pc:sldChg>
      <pc:sldChg chg="addSp delSp modSp add del mod setBg">
        <pc:chgData name="sharleen guerrero" userId="3aa031e9-e6a7-468f-bc3b-fce99a2b0b37" providerId="ADAL" clId="{A08EFAD0-E507-44ED-BFB5-F5D566E874EF}" dt="2026-06-26T05:31:15.393" v="3646" actId="47"/>
        <pc:sldMkLst>
          <pc:docMk/>
          <pc:sldMk cId="2350930198" sldId="264"/>
        </pc:sldMkLst>
        <pc:picChg chg="add del mod">
          <ac:chgData name="sharleen guerrero" userId="3aa031e9-e6a7-468f-bc3b-fce99a2b0b37" providerId="ADAL" clId="{A08EFAD0-E507-44ED-BFB5-F5D566E874EF}" dt="2026-06-26T04:57:45.891" v="2249" actId="478"/>
          <ac:picMkLst>
            <pc:docMk/>
            <pc:sldMk cId="2350930198" sldId="264"/>
            <ac:picMk id="4" creationId="{D4983FA2-4AEB-3E46-B829-9B9F9BC59D9A}"/>
          </ac:picMkLst>
        </pc:picChg>
      </pc:sldChg>
      <pc:sldChg chg="add del setBg">
        <pc:chgData name="sharleen guerrero" userId="3aa031e9-e6a7-468f-bc3b-fce99a2b0b37" providerId="ADAL" clId="{A08EFAD0-E507-44ED-BFB5-F5D566E874EF}" dt="2026-06-26T05:20:49.263" v="3524" actId="47"/>
        <pc:sldMkLst>
          <pc:docMk/>
          <pc:sldMk cId="1653667314" sldId="265"/>
        </pc:sldMkLst>
      </pc:sldChg>
      <pc:sldChg chg="add del setBg">
        <pc:chgData name="sharleen guerrero" userId="3aa031e9-e6a7-468f-bc3b-fce99a2b0b37" providerId="ADAL" clId="{A08EFAD0-E507-44ED-BFB5-F5D566E874EF}" dt="2026-06-26T05:31:16.276" v="3647" actId="47"/>
        <pc:sldMkLst>
          <pc:docMk/>
          <pc:sldMk cId="2513611375" sldId="266"/>
        </pc:sldMkLst>
      </pc:sldChg>
      <pc:sldChg chg="addSp delSp modSp add mod setBg">
        <pc:chgData name="sharleen guerrero" userId="3aa031e9-e6a7-468f-bc3b-fce99a2b0b37" providerId="ADAL" clId="{A08EFAD0-E507-44ED-BFB5-F5D566E874EF}" dt="2026-06-26T06:33:55.588" v="5101" actId="14100"/>
        <pc:sldMkLst>
          <pc:docMk/>
          <pc:sldMk cId="2874502003" sldId="267"/>
        </pc:sldMkLst>
        <pc:spChg chg="add mod">
          <ac:chgData name="sharleen guerrero" userId="3aa031e9-e6a7-468f-bc3b-fce99a2b0b37" providerId="ADAL" clId="{A08EFAD0-E507-44ED-BFB5-F5D566E874EF}" dt="2026-06-26T05:36:42.719" v="3763" actId="113"/>
          <ac:spMkLst>
            <pc:docMk/>
            <pc:sldMk cId="2874502003" sldId="267"/>
            <ac:spMk id="4" creationId="{B097B629-3F20-D9CA-ADC5-8E638B613F4E}"/>
          </ac:spMkLst>
        </pc:spChg>
        <pc:spChg chg="add del mod">
          <ac:chgData name="sharleen guerrero" userId="3aa031e9-e6a7-468f-bc3b-fce99a2b0b37" providerId="ADAL" clId="{A08EFAD0-E507-44ED-BFB5-F5D566E874EF}" dt="2026-06-26T06:26:29.285" v="4613" actId="14100"/>
          <ac:spMkLst>
            <pc:docMk/>
            <pc:sldMk cId="2874502003" sldId="267"/>
            <ac:spMk id="6" creationId="{518DB8A6-F88F-1BD4-1F28-A50E1E3B5AE6}"/>
          </ac:spMkLst>
        </pc:spChg>
        <pc:spChg chg="add del mod">
          <ac:chgData name="sharleen guerrero" userId="3aa031e9-e6a7-468f-bc3b-fce99a2b0b37" providerId="ADAL" clId="{A08EFAD0-E507-44ED-BFB5-F5D566E874EF}" dt="2026-06-26T06:29:04.813" v="4696" actId="1076"/>
          <ac:spMkLst>
            <pc:docMk/>
            <pc:sldMk cId="2874502003" sldId="267"/>
            <ac:spMk id="8" creationId="{86965C2D-2070-D503-6031-F61124CBF7B2}"/>
          </ac:spMkLst>
        </pc:spChg>
        <pc:spChg chg="mod">
          <ac:chgData name="sharleen guerrero" userId="3aa031e9-e6a7-468f-bc3b-fce99a2b0b37" providerId="ADAL" clId="{A08EFAD0-E507-44ED-BFB5-F5D566E874EF}" dt="2026-06-26T05:33:21.446" v="3678" actId="207"/>
          <ac:spMkLst>
            <pc:docMk/>
            <pc:sldMk cId="2874502003" sldId="267"/>
            <ac:spMk id="9" creationId="{294066E7-CA7B-0106-BFD7-8594550ACA45}"/>
          </ac:spMkLst>
        </pc:spChg>
        <pc:spChg chg="add mod">
          <ac:chgData name="sharleen guerrero" userId="3aa031e9-e6a7-468f-bc3b-fce99a2b0b37" providerId="ADAL" clId="{A08EFAD0-E507-44ED-BFB5-F5D566E874EF}" dt="2026-06-26T06:14:13.863" v="3928" actId="20577"/>
          <ac:spMkLst>
            <pc:docMk/>
            <pc:sldMk cId="2874502003" sldId="267"/>
            <ac:spMk id="17" creationId="{FC5CFA40-6A03-2B8B-38EB-8E872F0B6534}"/>
          </ac:spMkLst>
        </pc:spChg>
        <pc:spChg chg="add mod">
          <ac:chgData name="sharleen guerrero" userId="3aa031e9-e6a7-468f-bc3b-fce99a2b0b37" providerId="ADAL" clId="{A08EFAD0-E507-44ED-BFB5-F5D566E874EF}" dt="2026-06-26T06:33:55.588" v="5101" actId="14100"/>
          <ac:spMkLst>
            <pc:docMk/>
            <pc:sldMk cId="2874502003" sldId="267"/>
            <ac:spMk id="19" creationId="{B7856EFA-E099-33E5-A95D-A32001762D06}"/>
          </ac:spMkLst>
        </pc:spChg>
        <pc:spChg chg="add mod">
          <ac:chgData name="sharleen guerrero" userId="3aa031e9-e6a7-468f-bc3b-fce99a2b0b37" providerId="ADAL" clId="{A08EFAD0-E507-44ED-BFB5-F5D566E874EF}" dt="2026-06-26T06:28:39.765" v="4690" actId="20577"/>
          <ac:spMkLst>
            <pc:docMk/>
            <pc:sldMk cId="2874502003" sldId="267"/>
            <ac:spMk id="21" creationId="{1E8A9D49-B5F5-9C10-0177-8D8F9870532F}"/>
          </ac:spMkLst>
        </pc:spChg>
        <pc:spChg chg="add mod">
          <ac:chgData name="sharleen guerrero" userId="3aa031e9-e6a7-468f-bc3b-fce99a2b0b37" providerId="ADAL" clId="{A08EFAD0-E507-44ED-BFB5-F5D566E874EF}" dt="2026-06-26T06:32:59.593" v="5055" actId="113"/>
          <ac:spMkLst>
            <pc:docMk/>
            <pc:sldMk cId="2874502003" sldId="267"/>
            <ac:spMk id="23" creationId="{F9B80668-13D7-2B9B-2370-5833772CB16C}"/>
          </ac:spMkLst>
        </pc:spChg>
        <pc:picChg chg="add mod">
          <ac:chgData name="sharleen guerrero" userId="3aa031e9-e6a7-468f-bc3b-fce99a2b0b37" providerId="ADAL" clId="{A08EFAD0-E507-44ED-BFB5-F5D566E874EF}" dt="2026-06-26T06:27:10.152" v="4621" actId="688"/>
          <ac:picMkLst>
            <pc:docMk/>
            <pc:sldMk cId="2874502003" sldId="267"/>
            <ac:picMk id="11" creationId="{0E4DADD9-3CAC-D9E7-6128-7D4FD887C29F}"/>
          </ac:picMkLst>
        </pc:picChg>
        <pc:picChg chg="add mod">
          <ac:chgData name="sharleen guerrero" userId="3aa031e9-e6a7-468f-bc3b-fce99a2b0b37" providerId="ADAL" clId="{A08EFAD0-E507-44ED-BFB5-F5D566E874EF}" dt="2026-06-26T06:27:06.291" v="4619" actId="688"/>
          <ac:picMkLst>
            <pc:docMk/>
            <pc:sldMk cId="2874502003" sldId="267"/>
            <ac:picMk id="13" creationId="{64FC123F-0EA5-1838-6E46-0C48F16AE44E}"/>
          </ac:picMkLst>
        </pc:picChg>
        <pc:picChg chg="add mod">
          <ac:chgData name="sharleen guerrero" userId="3aa031e9-e6a7-468f-bc3b-fce99a2b0b37" providerId="ADAL" clId="{A08EFAD0-E507-44ED-BFB5-F5D566E874EF}" dt="2026-06-26T06:27:12.233" v="4622" actId="1076"/>
          <ac:picMkLst>
            <pc:docMk/>
            <pc:sldMk cId="2874502003" sldId="267"/>
            <ac:picMk id="15" creationId="{AB69FFCE-AACB-1915-3D7F-31F5F27729E8}"/>
          </ac:picMkLst>
        </pc:picChg>
      </pc:sldChg>
      <pc:sldChg chg="addSp delSp modSp new del mod setBg">
        <pc:chgData name="sharleen guerrero" userId="3aa031e9-e6a7-468f-bc3b-fce99a2b0b37" providerId="ADAL" clId="{A08EFAD0-E507-44ED-BFB5-F5D566E874EF}" dt="2026-06-26T03:42:45.612" v="1346" actId="47"/>
        <pc:sldMkLst>
          <pc:docMk/>
          <pc:sldMk cId="336028009" sldId="268"/>
        </pc:sldMkLst>
        <pc:spChg chg="add del">
          <ac:chgData name="sharleen guerrero" userId="3aa031e9-e6a7-468f-bc3b-fce99a2b0b37" providerId="ADAL" clId="{A08EFAD0-E507-44ED-BFB5-F5D566E874EF}" dt="2026-06-26T03:35:31.243" v="1275" actId="22"/>
          <ac:spMkLst>
            <pc:docMk/>
            <pc:sldMk cId="336028009" sldId="268"/>
            <ac:spMk id="3" creationId="{60CB8125-26E5-7081-3CD8-9C02FBADDDB3}"/>
          </ac:spMkLst>
        </pc:spChg>
        <pc:spChg chg="add mod">
          <ac:chgData name="sharleen guerrero" userId="3aa031e9-e6a7-468f-bc3b-fce99a2b0b37" providerId="ADAL" clId="{A08EFAD0-E507-44ED-BFB5-F5D566E874EF}" dt="2026-06-26T03:35:31.307" v="1276"/>
          <ac:spMkLst>
            <pc:docMk/>
            <pc:sldMk cId="336028009" sldId="268"/>
            <ac:spMk id="4" creationId="{F39856DD-11F1-C2E3-060F-2D3C06681CF2}"/>
          </ac:spMkLst>
        </pc:spChg>
        <pc:spChg chg="add del">
          <ac:chgData name="sharleen guerrero" userId="3aa031e9-e6a7-468f-bc3b-fce99a2b0b37" providerId="ADAL" clId="{A08EFAD0-E507-44ED-BFB5-F5D566E874EF}" dt="2026-06-26T03:35:43.305" v="1278" actId="478"/>
          <ac:spMkLst>
            <pc:docMk/>
            <pc:sldMk cId="336028009" sldId="268"/>
            <ac:spMk id="6" creationId="{52CBC3A1-AB7E-7978-7D9E-1A5A6A53BF08}"/>
          </ac:spMkLst>
        </pc:spChg>
        <pc:spChg chg="add mod">
          <ac:chgData name="sharleen guerrero" userId="3aa031e9-e6a7-468f-bc3b-fce99a2b0b37" providerId="ADAL" clId="{A08EFAD0-E507-44ED-BFB5-F5D566E874EF}" dt="2026-06-26T03:36:20.211" v="1309" actId="207"/>
          <ac:spMkLst>
            <pc:docMk/>
            <pc:sldMk cId="336028009" sldId="268"/>
            <ac:spMk id="8" creationId="{5CDF6F34-2D12-F789-596F-B8FB782082A4}"/>
          </ac:spMkLst>
        </pc:spChg>
        <pc:spChg chg="add del mod">
          <ac:chgData name="sharleen guerrero" userId="3aa031e9-e6a7-468f-bc3b-fce99a2b0b37" providerId="ADAL" clId="{A08EFAD0-E507-44ED-BFB5-F5D566E874EF}" dt="2026-06-26T03:39:25.197" v="1318" actId="478"/>
          <ac:spMkLst>
            <pc:docMk/>
            <pc:sldMk cId="336028009" sldId="268"/>
            <ac:spMk id="10" creationId="{B959450A-8D30-FC9B-404A-57CCBBF81DB8}"/>
          </ac:spMkLst>
        </pc:spChg>
        <pc:spChg chg="add del">
          <ac:chgData name="sharleen guerrero" userId="3aa031e9-e6a7-468f-bc3b-fce99a2b0b37" providerId="ADAL" clId="{A08EFAD0-E507-44ED-BFB5-F5D566E874EF}" dt="2026-06-26T03:39:23.785" v="1317" actId="22"/>
          <ac:spMkLst>
            <pc:docMk/>
            <pc:sldMk cId="336028009" sldId="268"/>
            <ac:spMk id="12" creationId="{1352E46F-E536-4AF2-8F9B-B73E81EF71C4}"/>
          </ac:spMkLst>
        </pc:spChg>
        <pc:spChg chg="add del">
          <ac:chgData name="sharleen guerrero" userId="3aa031e9-e6a7-468f-bc3b-fce99a2b0b37" providerId="ADAL" clId="{A08EFAD0-E507-44ED-BFB5-F5D566E874EF}" dt="2026-06-26T03:39:32.606" v="1320" actId="478"/>
          <ac:spMkLst>
            <pc:docMk/>
            <pc:sldMk cId="336028009" sldId="268"/>
            <ac:spMk id="14" creationId="{CB4CF638-8147-34AE-841E-30EF848B652A}"/>
          </ac:spMkLst>
        </pc:spChg>
        <pc:spChg chg="add del">
          <ac:chgData name="sharleen guerrero" userId="3aa031e9-e6a7-468f-bc3b-fce99a2b0b37" providerId="ADAL" clId="{A08EFAD0-E507-44ED-BFB5-F5D566E874EF}" dt="2026-06-26T03:39:39.829" v="1322" actId="478"/>
          <ac:spMkLst>
            <pc:docMk/>
            <pc:sldMk cId="336028009" sldId="268"/>
            <ac:spMk id="16" creationId="{897FEB6F-9BC3-620F-FCAC-490B602EED17}"/>
          </ac:spMkLst>
        </pc:spChg>
        <pc:spChg chg="add">
          <ac:chgData name="sharleen guerrero" userId="3aa031e9-e6a7-468f-bc3b-fce99a2b0b37" providerId="ADAL" clId="{A08EFAD0-E507-44ED-BFB5-F5D566E874EF}" dt="2026-06-26T03:39:58.164" v="1326" actId="22"/>
          <ac:spMkLst>
            <pc:docMk/>
            <pc:sldMk cId="336028009" sldId="268"/>
            <ac:spMk id="18" creationId="{DF42DB95-A911-2817-0920-48D358B31EE1}"/>
          </ac:spMkLst>
        </pc:spChg>
      </pc:sldChg>
      <pc:sldChg chg="addSp delSp modSp add del mod setBg">
        <pc:chgData name="sharleen guerrero" userId="3aa031e9-e6a7-468f-bc3b-fce99a2b0b37" providerId="ADAL" clId="{A08EFAD0-E507-44ED-BFB5-F5D566E874EF}" dt="2026-06-26T04:13:50.939" v="1729" actId="14100"/>
        <pc:sldMkLst>
          <pc:docMk/>
          <pc:sldMk cId="0" sldId="269"/>
        </pc:sldMkLst>
        <pc:spChg chg="mod">
          <ac:chgData name="sharleen guerrero" userId="3aa031e9-e6a7-468f-bc3b-fce99a2b0b37" providerId="ADAL" clId="{A08EFAD0-E507-44ED-BFB5-F5D566E874EF}" dt="2026-06-26T03:40:21.498" v="1328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2:06.492" v="1341" actId="1582"/>
          <ac:spMkLst>
            <pc:docMk/>
            <pc:sldMk cId="0" sldId="269"/>
            <ac:spMk id="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1:07.519" v="1331" actId="255"/>
          <ac:spMkLst>
            <pc:docMk/>
            <pc:sldMk cId="0" sldId="269"/>
            <ac:spMk id="4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3:45:38.502" v="1390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25.518" v="1396" actId="255"/>
          <ac:spMkLst>
            <pc:docMk/>
            <pc:sldMk cId="0" sldId="269"/>
            <ac:spMk id="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25.518" v="1396" actId="255"/>
          <ac:spMkLst>
            <pc:docMk/>
            <pc:sldMk cId="0" sldId="269"/>
            <ac:spMk id="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25.518" v="1396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25.518" v="1396" actId="255"/>
          <ac:spMkLst>
            <pc:docMk/>
            <pc:sldMk cId="0" sldId="269"/>
            <ac:spMk id="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55.641" v="1535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4:10:47.148" v="1701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3:25.430" v="1352" actId="255"/>
          <ac:spMkLst>
            <pc:docMk/>
            <pc:sldMk cId="0" sldId="269"/>
            <ac:spMk id="14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3:45:33.623" v="1389" actId="478"/>
          <ac:spMkLst>
            <pc:docMk/>
            <pc:sldMk cId="0" sldId="269"/>
            <ac:spMk id="1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2:33.826" v="1471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55.482" v="1400" actId="25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55.482" v="1400" actId="25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2:27.260" v="1456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9:37.158" v="1623" actId="2057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22" creationId="{00000000-0000-0000-0000-000000000000}"/>
          </ac:spMkLst>
        </pc:spChg>
        <pc:spChg chg="add del mod">
          <ac:chgData name="sharleen guerrero" userId="3aa031e9-e6a7-468f-bc3b-fce99a2b0b37" providerId="ADAL" clId="{A08EFAD0-E507-44ED-BFB5-F5D566E874EF}" dt="2026-06-26T03:51:55.482" v="1400" actId="255"/>
          <ac:spMkLst>
            <pc:docMk/>
            <pc:sldMk cId="0" sldId="269"/>
            <ac:spMk id="2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3:18.099" v="1350" actId="2711"/>
          <ac:spMkLst>
            <pc:docMk/>
            <pc:sldMk cId="0" sldId="269"/>
            <ac:spMk id="24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3:45:21.014" v="1387" actId="478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1:55.482" v="1400" actId="255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2:51.177" v="1485" actId="2057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3:07.546" v="1530" actId="20577"/>
          <ac:spMkLst>
            <pc:docMk/>
            <pc:sldMk cId="0" sldId="269"/>
            <ac:spMk id="2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6:21.429" v="1591" actId="2057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3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3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5:59.205" v="1583" actId="2711"/>
          <ac:spMkLst>
            <pc:docMk/>
            <pc:sldMk cId="0" sldId="269"/>
            <ac:spMk id="3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4:12:42.165" v="1723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5:51.314" v="1392" actId="20577"/>
          <ac:spMkLst>
            <pc:docMk/>
            <pc:sldMk cId="0" sldId="269"/>
            <ac:spMk id="34" creationId="{00000000-0000-0000-0000-000000000000}"/>
          </ac:spMkLst>
        </pc:spChg>
        <pc:spChg chg="del mod">
          <ac:chgData name="sharleen guerrero" userId="3aa031e9-e6a7-468f-bc3b-fce99a2b0b37" providerId="ADAL" clId="{A08EFAD0-E507-44ED-BFB5-F5D566E874EF}" dt="2026-06-26T03:45:15.005" v="1384" actId="478"/>
          <ac:spMkLst>
            <pc:docMk/>
            <pc:sldMk cId="0" sldId="269"/>
            <ac:spMk id="3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39.074" v="1374" actId="255"/>
          <ac:spMkLst>
            <pc:docMk/>
            <pc:sldMk cId="0" sldId="269"/>
            <ac:spMk id="3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5:06.928" v="1382" actId="255"/>
          <ac:spMkLst>
            <pc:docMk/>
            <pc:sldMk cId="0" sldId="269"/>
            <ac:spMk id="3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47.894" v="1376" actId="255"/>
          <ac:spMkLst>
            <pc:docMk/>
            <pc:sldMk cId="0" sldId="269"/>
            <ac:spMk id="3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57.501" v="1380" actId="255"/>
          <ac:spMkLst>
            <pc:docMk/>
            <pc:sldMk cId="0" sldId="269"/>
            <ac:spMk id="3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4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4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2:41.652" v="1345" actId="1582"/>
          <ac:spMkLst>
            <pc:docMk/>
            <pc:sldMk cId="0" sldId="269"/>
            <ac:spMk id="4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3:32.461" v="1354" actId="2711"/>
          <ac:spMkLst>
            <pc:docMk/>
            <pc:sldMk cId="0" sldId="269"/>
            <ac:spMk id="44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3:45:25.648" v="1388" actId="478"/>
          <ac:spMkLst>
            <pc:docMk/>
            <pc:sldMk cId="0" sldId="269"/>
            <ac:spMk id="4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3:48.149" v="1362" actId="2711"/>
          <ac:spMkLst>
            <pc:docMk/>
            <pc:sldMk cId="0" sldId="269"/>
            <ac:spMk id="4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02.741" v="1366" actId="255"/>
          <ac:spMkLst>
            <pc:docMk/>
            <pc:sldMk cId="0" sldId="269"/>
            <ac:spMk id="4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14.163" v="1368" actId="255"/>
          <ac:spMkLst>
            <pc:docMk/>
            <pc:sldMk cId="0" sldId="269"/>
            <ac:spMk id="4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44:24.422" v="1370" actId="255"/>
          <ac:spMkLst>
            <pc:docMk/>
            <pc:sldMk cId="0" sldId="269"/>
            <ac:spMk id="4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3:54:31.479" v="1533" actId="255"/>
          <ac:spMkLst>
            <pc:docMk/>
            <pc:sldMk cId="0" sldId="269"/>
            <ac:spMk id="51" creationId="{00000000-0000-0000-0000-000000000000}"/>
          </ac:spMkLst>
        </pc:spChg>
        <pc:spChg chg="add mod">
          <ac:chgData name="sharleen guerrero" userId="3aa031e9-e6a7-468f-bc3b-fce99a2b0b37" providerId="ADAL" clId="{A08EFAD0-E507-44ED-BFB5-F5D566E874EF}" dt="2026-06-26T03:51:44.573" v="1398" actId="571"/>
          <ac:spMkLst>
            <pc:docMk/>
            <pc:sldMk cId="0" sldId="269"/>
            <ac:spMk id="53" creationId="{5FF80B17-E569-0142-D09B-E72628FA503D}"/>
          </ac:spMkLst>
        </pc:spChg>
        <pc:spChg chg="add mod">
          <ac:chgData name="sharleen guerrero" userId="3aa031e9-e6a7-468f-bc3b-fce99a2b0b37" providerId="ADAL" clId="{A08EFAD0-E507-44ED-BFB5-F5D566E874EF}" dt="2026-06-26T03:51:44.573" v="1398" actId="571"/>
          <ac:spMkLst>
            <pc:docMk/>
            <pc:sldMk cId="0" sldId="269"/>
            <ac:spMk id="54" creationId="{DE14C8C4-CD4A-B7B1-DE49-E77FBF753060}"/>
          </ac:spMkLst>
        </pc:spChg>
        <pc:spChg chg="add mod">
          <ac:chgData name="sharleen guerrero" userId="3aa031e9-e6a7-468f-bc3b-fce99a2b0b37" providerId="ADAL" clId="{A08EFAD0-E507-44ED-BFB5-F5D566E874EF}" dt="2026-06-26T03:51:44.573" v="1398" actId="571"/>
          <ac:spMkLst>
            <pc:docMk/>
            <pc:sldMk cId="0" sldId="269"/>
            <ac:spMk id="55" creationId="{F25BCF08-0731-AA76-2C84-DD0304C17C5C}"/>
          </ac:spMkLst>
        </pc:spChg>
        <pc:spChg chg="add mod">
          <ac:chgData name="sharleen guerrero" userId="3aa031e9-e6a7-468f-bc3b-fce99a2b0b37" providerId="ADAL" clId="{A08EFAD0-E507-44ED-BFB5-F5D566E874EF}" dt="2026-06-26T03:51:44.573" v="1398" actId="571"/>
          <ac:spMkLst>
            <pc:docMk/>
            <pc:sldMk cId="0" sldId="269"/>
            <ac:spMk id="56" creationId="{F8122D31-F555-32F1-EFC1-B37FD4432AAE}"/>
          </ac:spMkLst>
        </pc:spChg>
        <pc:picChg chg="add mod">
          <ac:chgData name="sharleen guerrero" userId="3aa031e9-e6a7-468f-bc3b-fce99a2b0b37" providerId="ADAL" clId="{A08EFAD0-E507-44ED-BFB5-F5D566E874EF}" dt="2026-06-26T04:10:14.176" v="1691" actId="1076"/>
          <ac:picMkLst>
            <pc:docMk/>
            <pc:sldMk cId="0" sldId="269"/>
            <ac:picMk id="58" creationId="{D40597CF-3A1D-80A9-7ABD-1B229B585D02}"/>
          </ac:picMkLst>
        </pc:picChg>
        <pc:picChg chg="add mod">
          <ac:chgData name="sharleen guerrero" userId="3aa031e9-e6a7-468f-bc3b-fce99a2b0b37" providerId="ADAL" clId="{A08EFAD0-E507-44ED-BFB5-F5D566E874EF}" dt="2026-06-26T04:11:49.099" v="1712" actId="27349"/>
          <ac:picMkLst>
            <pc:docMk/>
            <pc:sldMk cId="0" sldId="269"/>
            <ac:picMk id="60" creationId="{73577245-C9D7-3934-D9FF-0BE66DB61230}"/>
          </ac:picMkLst>
        </pc:picChg>
        <pc:picChg chg="add mod">
          <ac:chgData name="sharleen guerrero" userId="3aa031e9-e6a7-468f-bc3b-fce99a2b0b37" providerId="ADAL" clId="{A08EFAD0-E507-44ED-BFB5-F5D566E874EF}" dt="2026-06-26T04:11:57.364" v="1714" actId="27349"/>
          <ac:picMkLst>
            <pc:docMk/>
            <pc:sldMk cId="0" sldId="269"/>
            <ac:picMk id="62" creationId="{B7C73C5F-D986-2C49-E954-E42944A9C292}"/>
          </ac:picMkLst>
        </pc:picChg>
        <pc:picChg chg="add del mod">
          <ac:chgData name="sharleen guerrero" userId="3aa031e9-e6a7-468f-bc3b-fce99a2b0b37" providerId="ADAL" clId="{A08EFAD0-E507-44ED-BFB5-F5D566E874EF}" dt="2026-06-26T04:12:27.899" v="1717" actId="478"/>
          <ac:picMkLst>
            <pc:docMk/>
            <pc:sldMk cId="0" sldId="269"/>
            <ac:picMk id="64" creationId="{22A2651E-E489-C3C1-C9C3-B4E2BE54A99E}"/>
          </ac:picMkLst>
        </pc:picChg>
        <pc:picChg chg="add mod">
          <ac:chgData name="sharleen guerrero" userId="3aa031e9-e6a7-468f-bc3b-fce99a2b0b37" providerId="ADAL" clId="{A08EFAD0-E507-44ED-BFB5-F5D566E874EF}" dt="2026-06-26T04:13:19.052" v="1724" actId="1076"/>
          <ac:picMkLst>
            <pc:docMk/>
            <pc:sldMk cId="0" sldId="269"/>
            <ac:picMk id="66" creationId="{F2165064-E137-6D2B-22DC-A41D66FEA412}"/>
          </ac:picMkLst>
        </pc:picChg>
        <pc:picChg chg="add mod">
          <ac:chgData name="sharleen guerrero" userId="3aa031e9-e6a7-468f-bc3b-fce99a2b0b37" providerId="ADAL" clId="{A08EFAD0-E507-44ED-BFB5-F5D566E874EF}" dt="2026-06-26T04:13:50.939" v="1729" actId="14100"/>
          <ac:picMkLst>
            <pc:docMk/>
            <pc:sldMk cId="0" sldId="269"/>
            <ac:picMk id="68" creationId="{019067AE-92EF-5362-16FA-2C687372C48C}"/>
          </ac:picMkLst>
        </pc:picChg>
      </pc:sldChg>
      <pc:sldChg chg="addSp delSp modSp add mod setBg">
        <pc:chgData name="sharleen guerrero" userId="3aa031e9-e6a7-468f-bc3b-fce99a2b0b37" providerId="ADAL" clId="{A08EFAD0-E507-44ED-BFB5-F5D566E874EF}" dt="2026-06-26T04:20:41.036" v="1800" actId="14100"/>
        <pc:sldMkLst>
          <pc:docMk/>
          <pc:sldMk cId="166297185" sldId="270"/>
        </pc:sldMkLst>
        <pc:spChg chg="mod">
          <ac:chgData name="sharleen guerrero" userId="3aa031e9-e6a7-468f-bc3b-fce99a2b0b37" providerId="ADAL" clId="{A08EFAD0-E507-44ED-BFB5-F5D566E874EF}" dt="2026-06-26T04:00:41.678" v="1626" actId="2085"/>
          <ac:spMkLst>
            <pc:docMk/>
            <pc:sldMk cId="166297185" sldId="270"/>
            <ac:spMk id="3" creationId="{EDD247D6-B807-F810-F23C-5806640FBFE4}"/>
          </ac:spMkLst>
        </pc:spChg>
        <pc:spChg chg="mod">
          <ac:chgData name="sharleen guerrero" userId="3aa031e9-e6a7-468f-bc3b-fce99a2b0b37" providerId="ADAL" clId="{A08EFAD0-E507-44ED-BFB5-F5D566E874EF}" dt="2026-06-26T04:20:37.194" v="1799" actId="14100"/>
          <ac:spMkLst>
            <pc:docMk/>
            <pc:sldMk cId="166297185" sldId="270"/>
            <ac:spMk id="6" creationId="{72F104F0-C32A-C3F1-0D21-34795F9E4206}"/>
          </ac:spMkLst>
        </pc:spChg>
        <pc:spChg chg="mod">
          <ac:chgData name="sharleen guerrero" userId="3aa031e9-e6a7-468f-bc3b-fce99a2b0b37" providerId="ADAL" clId="{A08EFAD0-E507-44ED-BFB5-F5D566E874EF}" dt="2026-06-26T04:20:19.226" v="1798" actId="2085"/>
          <ac:spMkLst>
            <pc:docMk/>
            <pc:sldMk cId="166297185" sldId="270"/>
            <ac:spMk id="8" creationId="{6FF8AD8B-9D2F-9D0A-A7B4-D92B4AD2D0DF}"/>
          </ac:spMkLst>
        </pc:spChg>
        <pc:spChg chg="mod">
          <ac:chgData name="sharleen guerrero" userId="3aa031e9-e6a7-468f-bc3b-fce99a2b0b37" providerId="ADAL" clId="{A08EFAD0-E507-44ED-BFB5-F5D566E874EF}" dt="2026-06-26T04:01:24.469" v="1676" actId="20577"/>
          <ac:spMkLst>
            <pc:docMk/>
            <pc:sldMk cId="166297185" sldId="270"/>
            <ac:spMk id="9" creationId="{2C8AB0BB-8559-BA42-D811-B92866034445}"/>
          </ac:spMkLst>
        </pc:spChg>
        <pc:spChg chg="del">
          <ac:chgData name="sharleen guerrero" userId="3aa031e9-e6a7-468f-bc3b-fce99a2b0b37" providerId="ADAL" clId="{A08EFAD0-E507-44ED-BFB5-F5D566E874EF}" dt="2026-06-26T04:08:09.047" v="1677" actId="478"/>
          <ac:spMkLst>
            <pc:docMk/>
            <pc:sldMk cId="166297185" sldId="270"/>
            <ac:spMk id="11" creationId="{84B74511-BC63-1228-3C86-0A4EEE788546}"/>
          </ac:spMkLst>
        </pc:spChg>
        <pc:spChg chg="del">
          <ac:chgData name="sharleen guerrero" userId="3aa031e9-e6a7-468f-bc3b-fce99a2b0b37" providerId="ADAL" clId="{A08EFAD0-E507-44ED-BFB5-F5D566E874EF}" dt="2026-06-26T04:09:17.566" v="1682" actId="478"/>
          <ac:spMkLst>
            <pc:docMk/>
            <pc:sldMk cId="166297185" sldId="270"/>
            <ac:spMk id="15" creationId="{FB195868-F2AE-DA2A-7BE7-03785EA4E63C}"/>
          </ac:spMkLst>
        </pc:spChg>
        <pc:spChg chg="del">
          <ac:chgData name="sharleen guerrero" userId="3aa031e9-e6a7-468f-bc3b-fce99a2b0b37" providerId="ADAL" clId="{A08EFAD0-E507-44ED-BFB5-F5D566E874EF}" dt="2026-06-26T04:08:16.744" v="1679" actId="478"/>
          <ac:spMkLst>
            <pc:docMk/>
            <pc:sldMk cId="166297185" sldId="270"/>
            <ac:spMk id="19" creationId="{0E4096A7-A934-E769-3BC0-1BDDED1F87F4}"/>
          </ac:spMkLst>
        </pc:spChg>
        <pc:spChg chg="del">
          <ac:chgData name="sharleen guerrero" userId="3aa031e9-e6a7-468f-bc3b-fce99a2b0b37" providerId="ADAL" clId="{A08EFAD0-E507-44ED-BFB5-F5D566E874EF}" dt="2026-06-26T04:09:20.697" v="1683" actId="478"/>
          <ac:spMkLst>
            <pc:docMk/>
            <pc:sldMk cId="166297185" sldId="270"/>
            <ac:spMk id="21" creationId="{5FC68CF7-B664-2602-6753-55DFAD151CCE}"/>
          </ac:spMkLst>
        </pc:spChg>
        <pc:spChg chg="del">
          <ac:chgData name="sharleen guerrero" userId="3aa031e9-e6a7-468f-bc3b-fce99a2b0b37" providerId="ADAL" clId="{A08EFAD0-E507-44ED-BFB5-F5D566E874EF}" dt="2026-06-26T04:09:12.949" v="1680" actId="478"/>
          <ac:spMkLst>
            <pc:docMk/>
            <pc:sldMk cId="166297185" sldId="270"/>
            <ac:spMk id="23" creationId="{C4878F0F-04E5-42B4-1BC9-8B3402368F0C}"/>
          </ac:spMkLst>
        </pc:spChg>
        <pc:spChg chg="del">
          <ac:chgData name="sharleen guerrero" userId="3aa031e9-e6a7-468f-bc3b-fce99a2b0b37" providerId="ADAL" clId="{A08EFAD0-E507-44ED-BFB5-F5D566E874EF}" dt="2026-06-26T04:09:27.172" v="1684" actId="478"/>
          <ac:spMkLst>
            <pc:docMk/>
            <pc:sldMk cId="166297185" sldId="270"/>
            <ac:spMk id="25" creationId="{55772F30-233E-1C1C-685D-4EE30E567E46}"/>
          </ac:spMkLst>
        </pc:spChg>
        <pc:picChg chg="add mod">
          <ac:chgData name="sharleen guerrero" userId="3aa031e9-e6a7-468f-bc3b-fce99a2b0b37" providerId="ADAL" clId="{A08EFAD0-E507-44ED-BFB5-F5D566E874EF}" dt="2026-06-26T04:20:41.036" v="1800" actId="14100"/>
          <ac:picMkLst>
            <pc:docMk/>
            <pc:sldMk cId="166297185" sldId="270"/>
            <ac:picMk id="4" creationId="{D318E246-E869-4622-3B0C-9DA975532130}"/>
          </ac:picMkLst>
        </pc:picChg>
        <pc:picChg chg="add mod">
          <ac:chgData name="sharleen guerrero" userId="3aa031e9-e6a7-468f-bc3b-fce99a2b0b37" providerId="ADAL" clId="{A08EFAD0-E507-44ED-BFB5-F5D566E874EF}" dt="2026-06-26T04:20:02.921" v="1796" actId="1076"/>
          <ac:picMkLst>
            <pc:docMk/>
            <pc:sldMk cId="166297185" sldId="270"/>
            <ac:picMk id="7" creationId="{3F947F50-F952-46EA-0B61-22B243C10E7C}"/>
          </ac:picMkLst>
        </pc:picChg>
        <pc:picChg chg="add del mod">
          <ac:chgData name="sharleen guerrero" userId="3aa031e9-e6a7-468f-bc3b-fce99a2b0b37" providerId="ADAL" clId="{A08EFAD0-E507-44ED-BFB5-F5D566E874EF}" dt="2026-06-26T04:16:59.558" v="1758" actId="478"/>
          <ac:picMkLst>
            <pc:docMk/>
            <pc:sldMk cId="166297185" sldId="270"/>
            <ac:picMk id="12" creationId="{E31C1D5C-6164-F6FF-F01B-D5FE80AD0637}"/>
          </ac:picMkLst>
        </pc:picChg>
        <pc:picChg chg="del">
          <ac:chgData name="sharleen guerrero" userId="3aa031e9-e6a7-468f-bc3b-fce99a2b0b37" providerId="ADAL" clId="{A08EFAD0-E507-44ED-BFB5-F5D566E874EF}" dt="2026-06-26T04:08:12.262" v="1678" actId="478"/>
          <ac:picMkLst>
            <pc:docMk/>
            <pc:sldMk cId="166297185" sldId="270"/>
            <ac:picMk id="13" creationId="{20EC7EF8-3F36-6E52-9CDA-CD16F2FF83BD}"/>
          </ac:picMkLst>
        </pc:picChg>
        <pc:picChg chg="add del mod">
          <ac:chgData name="sharleen guerrero" userId="3aa031e9-e6a7-468f-bc3b-fce99a2b0b37" providerId="ADAL" clId="{A08EFAD0-E507-44ED-BFB5-F5D566E874EF}" dt="2026-06-26T04:16:59.558" v="1758" actId="478"/>
          <ac:picMkLst>
            <pc:docMk/>
            <pc:sldMk cId="166297185" sldId="270"/>
            <ac:picMk id="16" creationId="{A90120B5-EF1C-EFC3-0935-B813B9FCF1D6}"/>
          </ac:picMkLst>
        </pc:picChg>
        <pc:picChg chg="del">
          <ac:chgData name="sharleen guerrero" userId="3aa031e9-e6a7-468f-bc3b-fce99a2b0b37" providerId="ADAL" clId="{A08EFAD0-E507-44ED-BFB5-F5D566E874EF}" dt="2026-06-26T04:09:14.720" v="1681" actId="478"/>
          <ac:picMkLst>
            <pc:docMk/>
            <pc:sldMk cId="166297185" sldId="270"/>
            <ac:picMk id="17" creationId="{09A44796-D134-CAFF-B3CD-A45192889FAC}"/>
          </ac:picMkLst>
        </pc:picChg>
        <pc:picChg chg="add del mod">
          <ac:chgData name="sharleen guerrero" userId="3aa031e9-e6a7-468f-bc3b-fce99a2b0b37" providerId="ADAL" clId="{A08EFAD0-E507-44ED-BFB5-F5D566E874EF}" dt="2026-06-26T04:18:26.117" v="1779" actId="478"/>
          <ac:picMkLst>
            <pc:docMk/>
            <pc:sldMk cId="166297185" sldId="270"/>
            <ac:picMk id="20" creationId="{8416846C-2B54-139E-3810-55D8D027B2F0}"/>
          </ac:picMkLst>
        </pc:picChg>
        <pc:picChg chg="add del mod">
          <ac:chgData name="sharleen guerrero" userId="3aa031e9-e6a7-468f-bc3b-fce99a2b0b37" providerId="ADAL" clId="{A08EFAD0-E507-44ED-BFB5-F5D566E874EF}" dt="2026-06-26T04:18:24.641" v="1778" actId="478"/>
          <ac:picMkLst>
            <pc:docMk/>
            <pc:sldMk cId="166297185" sldId="270"/>
            <ac:picMk id="24" creationId="{A5E45EA7-7356-026D-21CC-13872C8B52E7}"/>
          </ac:picMkLst>
        </pc:picChg>
        <pc:picChg chg="add mod">
          <ac:chgData name="sharleen guerrero" userId="3aa031e9-e6a7-468f-bc3b-fce99a2b0b37" providerId="ADAL" clId="{A08EFAD0-E507-44ED-BFB5-F5D566E874EF}" dt="2026-06-26T04:19:37.665" v="1791" actId="14100"/>
          <ac:picMkLst>
            <pc:docMk/>
            <pc:sldMk cId="166297185" sldId="270"/>
            <ac:picMk id="27" creationId="{BEAAC776-C495-1BC7-DE56-3FB4E4E6FC4A}"/>
          </ac:picMkLst>
        </pc:picChg>
      </pc:sldChg>
      <pc:sldChg chg="addSp modSp add del mod setBg">
        <pc:chgData name="sharleen guerrero" userId="3aa031e9-e6a7-468f-bc3b-fce99a2b0b37" providerId="ADAL" clId="{A08EFAD0-E507-44ED-BFB5-F5D566E874EF}" dt="2026-06-26T04:55:30.053" v="2202" actId="47"/>
        <pc:sldMkLst>
          <pc:docMk/>
          <pc:sldMk cId="0" sldId="271"/>
        </pc:sldMkLst>
        <pc:spChg chg="mod">
          <ac:chgData name="sharleen guerrero" userId="3aa031e9-e6a7-468f-bc3b-fce99a2b0b37" providerId="ADAL" clId="{A08EFAD0-E507-44ED-BFB5-F5D566E874EF}" dt="2026-06-26T04:50:13.352" v="1886" actId="2711"/>
          <ac:spMkLst>
            <pc:docMk/>
            <pc:sldMk cId="0" sldId="271"/>
            <ac:spMk id="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4:51:33.293" v="1928" actId="207"/>
          <ac:spMkLst>
            <pc:docMk/>
            <pc:sldMk cId="0" sldId="271"/>
            <ac:spMk id="1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4:50:23.577" v="1888" actId="255"/>
          <ac:spMkLst>
            <pc:docMk/>
            <pc:sldMk cId="0" sldId="271"/>
            <ac:spMk id="12" creationId="{00000000-0000-0000-0000-000000000000}"/>
          </ac:spMkLst>
        </pc:spChg>
        <pc:spChg chg="add">
          <ac:chgData name="sharleen guerrero" userId="3aa031e9-e6a7-468f-bc3b-fce99a2b0b37" providerId="ADAL" clId="{A08EFAD0-E507-44ED-BFB5-F5D566E874EF}" dt="2026-06-26T04:49:33.635" v="1883" actId="22"/>
          <ac:spMkLst>
            <pc:docMk/>
            <pc:sldMk cId="0" sldId="271"/>
            <ac:spMk id="15" creationId="{A4B0ADFC-8616-63E0-AA1D-EDFEC53DA889}"/>
          </ac:spMkLst>
        </pc:spChg>
      </pc:sldChg>
      <pc:sldChg chg="addSp delSp modSp add mod setBg">
        <pc:chgData name="sharleen guerrero" userId="3aa031e9-e6a7-468f-bc3b-fce99a2b0b37" providerId="ADAL" clId="{A08EFAD0-E507-44ED-BFB5-F5D566E874EF}" dt="2026-06-26T05:05:13.258" v="3010" actId="113"/>
        <pc:sldMkLst>
          <pc:docMk/>
          <pc:sldMk cId="595350866" sldId="272"/>
        </pc:sldMkLst>
        <pc:spChg chg="mod">
          <ac:chgData name="sharleen guerrero" userId="3aa031e9-e6a7-468f-bc3b-fce99a2b0b37" providerId="ADAL" clId="{A08EFAD0-E507-44ED-BFB5-F5D566E874EF}" dt="2026-06-26T04:58:34.595" v="2324" actId="20577"/>
          <ac:spMkLst>
            <pc:docMk/>
            <pc:sldMk cId="595350866" sldId="272"/>
            <ac:spMk id="9" creationId="{9B0023F9-36AA-6197-9C60-86570131CC07}"/>
          </ac:spMkLst>
        </pc:spChg>
        <pc:spChg chg="mod">
          <ac:chgData name="sharleen guerrero" userId="3aa031e9-e6a7-468f-bc3b-fce99a2b0b37" providerId="ADAL" clId="{A08EFAD0-E507-44ED-BFB5-F5D566E874EF}" dt="2026-06-26T05:05:13.258" v="3010" actId="113"/>
          <ac:spMkLst>
            <pc:docMk/>
            <pc:sldMk cId="595350866" sldId="272"/>
            <ac:spMk id="32" creationId="{18FAF5B1-714E-A651-8183-627ED45334AD}"/>
          </ac:spMkLst>
        </pc:spChg>
        <pc:spChg chg="mod">
          <ac:chgData name="sharleen guerrero" userId="3aa031e9-e6a7-468f-bc3b-fce99a2b0b37" providerId="ADAL" clId="{A08EFAD0-E507-44ED-BFB5-F5D566E874EF}" dt="2026-06-26T05:04:24.869" v="3002" actId="20577"/>
          <ac:spMkLst>
            <pc:docMk/>
            <pc:sldMk cId="595350866" sldId="272"/>
            <ac:spMk id="34" creationId="{70508A45-8946-EB42-32FF-82C79FC56DF1}"/>
          </ac:spMkLst>
        </pc:spChg>
        <pc:spChg chg="mod">
          <ac:chgData name="sharleen guerrero" userId="3aa031e9-e6a7-468f-bc3b-fce99a2b0b37" providerId="ADAL" clId="{A08EFAD0-E507-44ED-BFB5-F5D566E874EF}" dt="2026-06-26T04:56:11.978" v="2228" actId="20577"/>
          <ac:spMkLst>
            <pc:docMk/>
            <pc:sldMk cId="595350866" sldId="272"/>
            <ac:spMk id="36" creationId="{5198D0EE-7EB5-530B-77F5-0C10D61CE831}"/>
          </ac:spMkLst>
        </pc:spChg>
        <pc:spChg chg="mod">
          <ac:chgData name="sharleen guerrero" userId="3aa031e9-e6a7-468f-bc3b-fce99a2b0b37" providerId="ADAL" clId="{A08EFAD0-E507-44ED-BFB5-F5D566E874EF}" dt="2026-06-26T04:56:18.674" v="2238" actId="20577"/>
          <ac:spMkLst>
            <pc:docMk/>
            <pc:sldMk cId="595350866" sldId="272"/>
            <ac:spMk id="38" creationId="{199D7C6F-058F-D723-331A-895905FB031D}"/>
          </ac:spMkLst>
        </pc:spChg>
        <pc:picChg chg="add mod">
          <ac:chgData name="sharleen guerrero" userId="3aa031e9-e6a7-468f-bc3b-fce99a2b0b37" providerId="ADAL" clId="{A08EFAD0-E507-44ED-BFB5-F5D566E874EF}" dt="2026-06-26T04:57:11.605" v="2247" actId="1076"/>
          <ac:picMkLst>
            <pc:docMk/>
            <pc:sldMk cId="595350866" sldId="272"/>
            <ac:picMk id="4" creationId="{31917E06-963F-F700-F77B-257CD0E66EF8}"/>
          </ac:picMkLst>
        </pc:picChg>
        <pc:picChg chg="add mod">
          <ac:chgData name="sharleen guerrero" userId="3aa031e9-e6a7-468f-bc3b-fce99a2b0b37" providerId="ADAL" clId="{A08EFAD0-E507-44ED-BFB5-F5D566E874EF}" dt="2026-06-26T04:58:02.365" v="2255" actId="27614"/>
          <ac:picMkLst>
            <pc:docMk/>
            <pc:sldMk cId="595350866" sldId="272"/>
            <ac:picMk id="6" creationId="{A0C6C5B7-42F0-E723-6C8D-69ECABEEFE7C}"/>
          </ac:picMkLst>
        </pc:picChg>
        <pc:picChg chg="del">
          <ac:chgData name="sharleen guerrero" userId="3aa031e9-e6a7-468f-bc3b-fce99a2b0b37" providerId="ADAL" clId="{A08EFAD0-E507-44ED-BFB5-F5D566E874EF}" dt="2026-06-26T04:56:20.417" v="2239" actId="478"/>
          <ac:picMkLst>
            <pc:docMk/>
            <pc:sldMk cId="595350866" sldId="272"/>
            <ac:picMk id="16" creationId="{A1B4C827-7952-CC94-3E9E-CB24C18CECDC}"/>
          </ac:picMkLst>
        </pc:picChg>
        <pc:picChg chg="del">
          <ac:chgData name="sharleen guerrero" userId="3aa031e9-e6a7-468f-bc3b-fce99a2b0b37" providerId="ADAL" clId="{A08EFAD0-E507-44ED-BFB5-F5D566E874EF}" dt="2026-06-26T04:56:21.471" v="2240" actId="478"/>
          <ac:picMkLst>
            <pc:docMk/>
            <pc:sldMk cId="595350866" sldId="272"/>
            <ac:picMk id="20" creationId="{06635A27-BA88-BE3C-B9B3-E63C4B65E5B9}"/>
          </ac:picMkLst>
        </pc:picChg>
      </pc:sldChg>
      <pc:sldChg chg="addSp delSp modSp add del mod setBg modNotesTx">
        <pc:chgData name="sharleen guerrero" userId="3aa031e9-e6a7-468f-bc3b-fce99a2b0b37" providerId="ADAL" clId="{A08EFAD0-E507-44ED-BFB5-F5D566E874EF}" dt="2026-06-26T06:40:35.418" v="5110" actId="20577"/>
        <pc:sldMkLst>
          <pc:docMk/>
          <pc:sldMk cId="0" sldId="273"/>
        </pc:sldMkLst>
        <pc:spChg chg="mod">
          <ac:chgData name="sharleen guerrero" userId="3aa031e9-e6a7-468f-bc3b-fce99a2b0b37" providerId="ADAL" clId="{A08EFAD0-E507-44ED-BFB5-F5D566E874EF}" dt="2026-06-26T05:05:57.943" v="3014" actId="14100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6:58.873" v="3038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6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12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7:58.712" v="3045" actId="2711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5:08:44.662" v="3077" actId="20577"/>
          <ac:spMkLst>
            <pc:docMk/>
            <pc:sldMk cId="0" sldId="273"/>
            <ac:spMk id="15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5:09:46.876" v="3088" actId="478"/>
          <ac:spMkLst>
            <pc:docMk/>
            <pc:sldMk cId="0" sldId="273"/>
            <ac:spMk id="16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5:07:31.608" v="3042" actId="478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6:40:35.418" v="5110" actId="20577"/>
          <ac:spMkLst>
            <pc:docMk/>
            <pc:sldMk cId="0" sldId="273"/>
            <ac:spMk id="21" creationId="{00000000-0000-0000-0000-000000000000}"/>
          </ac:spMkLst>
        </pc:spChg>
        <pc:spChg chg="add mod">
          <ac:chgData name="sharleen guerrero" userId="3aa031e9-e6a7-468f-bc3b-fce99a2b0b37" providerId="ADAL" clId="{A08EFAD0-E507-44ED-BFB5-F5D566E874EF}" dt="2026-06-26T05:09:45.922" v="3087" actId="14100"/>
          <ac:spMkLst>
            <pc:docMk/>
            <pc:sldMk cId="0" sldId="273"/>
            <ac:spMk id="23" creationId="{B8BAD519-A16E-A928-B212-B8C6C3612D54}"/>
          </ac:spMkLst>
        </pc:spChg>
        <pc:spChg chg="add mod">
          <ac:chgData name="sharleen guerrero" userId="3aa031e9-e6a7-468f-bc3b-fce99a2b0b37" providerId="ADAL" clId="{A08EFAD0-E507-44ED-BFB5-F5D566E874EF}" dt="2026-06-26T05:10:34.894" v="3094" actId="14100"/>
          <ac:spMkLst>
            <pc:docMk/>
            <pc:sldMk cId="0" sldId="273"/>
            <ac:spMk id="25" creationId="{BDFCBB2C-A33B-C5FC-301D-90A2E3565C15}"/>
          </ac:spMkLst>
        </pc:spChg>
        <pc:picChg chg="add mod">
          <ac:chgData name="sharleen guerrero" userId="3aa031e9-e6a7-468f-bc3b-fce99a2b0b37" providerId="ADAL" clId="{A08EFAD0-E507-44ED-BFB5-F5D566E874EF}" dt="2026-06-26T05:09:44.616" v="3085" actId="27614"/>
          <ac:picMkLst>
            <pc:docMk/>
            <pc:sldMk cId="0" sldId="273"/>
            <ac:picMk id="27" creationId="{99C033C1-709C-3888-86A2-9DE460BE1AA3}"/>
          </ac:picMkLst>
        </pc:picChg>
        <pc:picChg chg="add mod">
          <ac:chgData name="sharleen guerrero" userId="3aa031e9-e6a7-468f-bc3b-fce99a2b0b37" providerId="ADAL" clId="{A08EFAD0-E507-44ED-BFB5-F5D566E874EF}" dt="2026-06-26T05:10:49.122" v="3099" actId="14100"/>
          <ac:picMkLst>
            <pc:docMk/>
            <pc:sldMk cId="0" sldId="273"/>
            <ac:picMk id="29" creationId="{61C29095-C74B-5BC1-29F9-886E721A445B}"/>
          </ac:picMkLst>
        </pc:picChg>
      </pc:sldChg>
      <pc:sldChg chg="addSp delSp modSp add mod setBg modNotesTx">
        <pc:chgData name="sharleen guerrero" userId="3aa031e9-e6a7-468f-bc3b-fce99a2b0b37" providerId="ADAL" clId="{A08EFAD0-E507-44ED-BFB5-F5D566E874EF}" dt="2026-06-26T05:20:21.485" v="3521" actId="20577"/>
        <pc:sldMkLst>
          <pc:docMk/>
          <pc:sldMk cId="73691765" sldId="274"/>
        </pc:sldMkLst>
        <pc:spChg chg="mod">
          <ac:chgData name="sharleen guerrero" userId="3aa031e9-e6a7-468f-bc3b-fce99a2b0b37" providerId="ADAL" clId="{A08EFAD0-E507-44ED-BFB5-F5D566E874EF}" dt="2026-06-26T05:17:04.797" v="3422" actId="20577"/>
          <ac:spMkLst>
            <pc:docMk/>
            <pc:sldMk cId="73691765" sldId="274"/>
            <ac:spMk id="3" creationId="{8ACDDA15-FD37-EB8C-B741-3354E9374179}"/>
          </ac:spMkLst>
        </pc:spChg>
        <pc:spChg chg="mod">
          <ac:chgData name="sharleen guerrero" userId="3aa031e9-e6a7-468f-bc3b-fce99a2b0b37" providerId="ADAL" clId="{A08EFAD0-E507-44ED-BFB5-F5D566E874EF}" dt="2026-06-26T05:15:13.555" v="3347" actId="20577"/>
          <ac:spMkLst>
            <pc:docMk/>
            <pc:sldMk cId="73691765" sldId="274"/>
            <ac:spMk id="5" creationId="{E83F7255-E309-988B-88A9-E6D13BBEAC28}"/>
          </ac:spMkLst>
        </pc:spChg>
        <pc:spChg chg="mod">
          <ac:chgData name="sharleen guerrero" userId="3aa031e9-e6a7-468f-bc3b-fce99a2b0b37" providerId="ADAL" clId="{A08EFAD0-E507-44ED-BFB5-F5D566E874EF}" dt="2026-06-26T05:15:01.651" v="3319" actId="20577"/>
          <ac:spMkLst>
            <pc:docMk/>
            <pc:sldMk cId="73691765" sldId="274"/>
            <ac:spMk id="6" creationId="{4E8C9D75-6D46-D8C9-BD4F-6C5B84A81893}"/>
          </ac:spMkLst>
        </pc:spChg>
        <pc:spChg chg="mod">
          <ac:chgData name="sharleen guerrero" userId="3aa031e9-e6a7-468f-bc3b-fce99a2b0b37" providerId="ADAL" clId="{A08EFAD0-E507-44ED-BFB5-F5D566E874EF}" dt="2026-06-26T05:15:22.660" v="3360" actId="20577"/>
          <ac:spMkLst>
            <pc:docMk/>
            <pc:sldMk cId="73691765" sldId="274"/>
            <ac:spMk id="8" creationId="{C38D970C-5F73-86AC-42AA-FB2A0F0F5DC2}"/>
          </ac:spMkLst>
        </pc:spChg>
        <pc:spChg chg="mod">
          <ac:chgData name="sharleen guerrero" userId="3aa031e9-e6a7-468f-bc3b-fce99a2b0b37" providerId="ADAL" clId="{A08EFAD0-E507-44ED-BFB5-F5D566E874EF}" dt="2026-06-26T05:15:26.008" v="3362" actId="20577"/>
          <ac:spMkLst>
            <pc:docMk/>
            <pc:sldMk cId="73691765" sldId="274"/>
            <ac:spMk id="9" creationId="{EB7E7094-B77B-FD6B-FA99-3E6CDB1B02D8}"/>
          </ac:spMkLst>
        </pc:spChg>
        <pc:spChg chg="mod">
          <ac:chgData name="sharleen guerrero" userId="3aa031e9-e6a7-468f-bc3b-fce99a2b0b37" providerId="ADAL" clId="{A08EFAD0-E507-44ED-BFB5-F5D566E874EF}" dt="2026-06-26T05:16:03.709" v="3372" actId="20577"/>
          <ac:spMkLst>
            <pc:docMk/>
            <pc:sldMk cId="73691765" sldId="274"/>
            <ac:spMk id="11" creationId="{E0DD62EA-C1A5-3E28-D2AD-9232428AB8B8}"/>
          </ac:spMkLst>
        </pc:spChg>
        <pc:spChg chg="mod">
          <ac:chgData name="sharleen guerrero" userId="3aa031e9-e6a7-468f-bc3b-fce99a2b0b37" providerId="ADAL" clId="{A08EFAD0-E507-44ED-BFB5-F5D566E874EF}" dt="2026-06-26T05:16:06.744" v="3379" actId="20577"/>
          <ac:spMkLst>
            <pc:docMk/>
            <pc:sldMk cId="73691765" sldId="274"/>
            <ac:spMk id="12" creationId="{065DAC32-3613-9C86-3C50-C0E1852C66B5}"/>
          </ac:spMkLst>
        </pc:spChg>
        <pc:spChg chg="mod">
          <ac:chgData name="sharleen guerrero" userId="3aa031e9-e6a7-468f-bc3b-fce99a2b0b37" providerId="ADAL" clId="{A08EFAD0-E507-44ED-BFB5-F5D566E874EF}" dt="2026-06-26T05:16:14.616" v="3389" actId="20577"/>
          <ac:spMkLst>
            <pc:docMk/>
            <pc:sldMk cId="73691765" sldId="274"/>
            <ac:spMk id="14" creationId="{B3F57315-5CF5-3B4E-A0F9-41B85D8E24F6}"/>
          </ac:spMkLst>
        </pc:spChg>
        <pc:spChg chg="mod">
          <ac:chgData name="sharleen guerrero" userId="3aa031e9-e6a7-468f-bc3b-fce99a2b0b37" providerId="ADAL" clId="{A08EFAD0-E507-44ED-BFB5-F5D566E874EF}" dt="2026-06-26T05:16:20.955" v="3395" actId="20577"/>
          <ac:spMkLst>
            <pc:docMk/>
            <pc:sldMk cId="73691765" sldId="274"/>
            <ac:spMk id="15" creationId="{2EFC6AC0-5CFA-27F9-C134-AA3557A4FDA9}"/>
          </ac:spMkLst>
        </pc:spChg>
        <pc:spChg chg="mod">
          <ac:chgData name="sharleen guerrero" userId="3aa031e9-e6a7-468f-bc3b-fce99a2b0b37" providerId="ADAL" clId="{A08EFAD0-E507-44ED-BFB5-F5D566E874EF}" dt="2026-06-26T05:20:03.099" v="3520" actId="20577"/>
          <ac:spMkLst>
            <pc:docMk/>
            <pc:sldMk cId="73691765" sldId="274"/>
            <ac:spMk id="21" creationId="{DD948E66-9F95-D75B-BBD2-55D60BE9166F}"/>
          </ac:spMkLst>
        </pc:spChg>
        <pc:picChg chg="add mod">
          <ac:chgData name="sharleen guerrero" userId="3aa031e9-e6a7-468f-bc3b-fce99a2b0b37" providerId="ADAL" clId="{A08EFAD0-E507-44ED-BFB5-F5D566E874EF}" dt="2026-06-26T05:17:35.148" v="3428" actId="962"/>
          <ac:picMkLst>
            <pc:docMk/>
            <pc:sldMk cId="73691765" sldId="274"/>
            <ac:picMk id="18" creationId="{26940CF0-BD44-CF4A-D1D0-12A0BFF372B3}"/>
          </ac:picMkLst>
        </pc:picChg>
        <pc:picChg chg="add mod">
          <ac:chgData name="sharleen guerrero" userId="3aa031e9-e6a7-468f-bc3b-fce99a2b0b37" providerId="ADAL" clId="{A08EFAD0-E507-44ED-BFB5-F5D566E874EF}" dt="2026-06-26T05:19:13.667" v="3440" actId="1076"/>
          <ac:picMkLst>
            <pc:docMk/>
            <pc:sldMk cId="73691765" sldId="274"/>
            <ac:picMk id="24" creationId="{702CF6DB-81EE-1C9B-B306-22C485C5A63D}"/>
          </ac:picMkLst>
        </pc:picChg>
        <pc:picChg chg="del">
          <ac:chgData name="sharleen guerrero" userId="3aa031e9-e6a7-468f-bc3b-fce99a2b0b37" providerId="ADAL" clId="{A08EFAD0-E507-44ED-BFB5-F5D566E874EF}" dt="2026-06-26T05:16:36.689" v="3396" actId="478"/>
          <ac:picMkLst>
            <pc:docMk/>
            <pc:sldMk cId="73691765" sldId="274"/>
            <ac:picMk id="27" creationId="{F0B55A10-3A51-9EFB-7D24-F5B0E099D4CB}"/>
          </ac:picMkLst>
        </pc:picChg>
        <pc:picChg chg="del">
          <ac:chgData name="sharleen guerrero" userId="3aa031e9-e6a7-468f-bc3b-fce99a2b0b37" providerId="ADAL" clId="{A08EFAD0-E507-44ED-BFB5-F5D566E874EF}" dt="2026-06-26T05:16:37.488" v="3397" actId="478"/>
          <ac:picMkLst>
            <pc:docMk/>
            <pc:sldMk cId="73691765" sldId="274"/>
            <ac:picMk id="29" creationId="{DBFEDA53-3EFF-8B6A-A375-6D39DA77DB53}"/>
          </ac:picMkLst>
        </pc:picChg>
      </pc:sldChg>
      <pc:sldChg chg="add del setBg">
        <pc:chgData name="sharleen guerrero" userId="3aa031e9-e6a7-468f-bc3b-fce99a2b0b37" providerId="ADAL" clId="{A08EFAD0-E507-44ED-BFB5-F5D566E874EF}" dt="2026-06-26T05:14:10.633" v="3302"/>
        <pc:sldMkLst>
          <pc:docMk/>
          <pc:sldMk cId="2459878587" sldId="274"/>
        </pc:sldMkLst>
      </pc:sldChg>
      <pc:sldChg chg="addSp modSp add mod setBg">
        <pc:chgData name="sharleen guerrero" userId="3aa031e9-e6a7-468f-bc3b-fce99a2b0b37" providerId="ADAL" clId="{A08EFAD0-E507-44ED-BFB5-F5D566E874EF}" dt="2026-06-26T06:10:58.960" v="3893" actId="207"/>
        <pc:sldMkLst>
          <pc:docMk/>
          <pc:sldMk cId="1696680686" sldId="275"/>
        </pc:sldMkLst>
        <pc:spChg chg="mod">
          <ac:chgData name="sharleen guerrero" userId="3aa031e9-e6a7-468f-bc3b-fce99a2b0b37" providerId="ADAL" clId="{A08EFAD0-E507-44ED-BFB5-F5D566E874EF}" dt="2026-06-26T06:03:53.496" v="3804" actId="207"/>
          <ac:spMkLst>
            <pc:docMk/>
            <pc:sldMk cId="1696680686" sldId="275"/>
            <ac:spMk id="3" creationId="{947CB0F9-E4FA-6DEF-C963-45815C032C3E}"/>
          </ac:spMkLst>
        </pc:spChg>
        <pc:spChg chg="add mod">
          <ac:chgData name="sharleen guerrero" userId="3aa031e9-e6a7-468f-bc3b-fce99a2b0b37" providerId="ADAL" clId="{A08EFAD0-E507-44ED-BFB5-F5D566E874EF}" dt="2026-06-26T06:10:58.960" v="3893" actId="207"/>
          <ac:spMkLst>
            <pc:docMk/>
            <pc:sldMk cId="1696680686" sldId="275"/>
            <ac:spMk id="5" creationId="{8D83D582-0178-926B-90CA-D7843BC96A26}"/>
          </ac:spMkLst>
        </pc:spChg>
        <pc:spChg chg="add mod">
          <ac:chgData name="sharleen guerrero" userId="3aa031e9-e6a7-468f-bc3b-fce99a2b0b37" providerId="ADAL" clId="{A08EFAD0-E507-44ED-BFB5-F5D566E874EF}" dt="2026-06-26T06:09:41.953" v="3854" actId="207"/>
          <ac:spMkLst>
            <pc:docMk/>
            <pc:sldMk cId="1696680686" sldId="275"/>
            <ac:spMk id="7" creationId="{B4B18EFD-6D35-E080-1AF6-45F9C20080AF}"/>
          </ac:spMkLst>
        </pc:spChg>
        <pc:spChg chg="mod">
          <ac:chgData name="sharleen guerrero" userId="3aa031e9-e6a7-468f-bc3b-fce99a2b0b37" providerId="ADAL" clId="{A08EFAD0-E507-44ED-BFB5-F5D566E874EF}" dt="2026-06-26T06:05:35.737" v="3813" actId="207"/>
          <ac:spMkLst>
            <pc:docMk/>
            <pc:sldMk cId="1696680686" sldId="275"/>
            <ac:spMk id="9" creationId="{22FDB003-DED5-AFD6-5DB3-A8604C5C23AC}"/>
          </ac:spMkLst>
        </pc:spChg>
        <pc:spChg chg="add mod">
          <ac:chgData name="sharleen guerrero" userId="3aa031e9-e6a7-468f-bc3b-fce99a2b0b37" providerId="ADAL" clId="{A08EFAD0-E507-44ED-BFB5-F5D566E874EF}" dt="2026-06-26T06:10:21.959" v="3889" actId="20577"/>
          <ac:spMkLst>
            <pc:docMk/>
            <pc:sldMk cId="1696680686" sldId="275"/>
            <ac:spMk id="10" creationId="{CB252A6E-00AD-0D9C-1D4D-D6CD4D76CC1D}"/>
          </ac:spMkLst>
        </pc:spChg>
        <pc:spChg chg="add mod">
          <ac:chgData name="sharleen guerrero" userId="3aa031e9-e6a7-468f-bc3b-fce99a2b0b37" providerId="ADAL" clId="{A08EFAD0-E507-44ED-BFB5-F5D566E874EF}" dt="2026-06-26T06:07:25.545" v="3846" actId="20577"/>
          <ac:spMkLst>
            <pc:docMk/>
            <pc:sldMk cId="1696680686" sldId="275"/>
            <ac:spMk id="12" creationId="{D8DAACD8-4672-850B-25CC-E13BA95B85C3}"/>
          </ac:spMkLst>
        </pc:spChg>
        <pc:picChg chg="add mod">
          <ac:chgData name="sharleen guerrero" userId="3aa031e9-e6a7-468f-bc3b-fce99a2b0b37" providerId="ADAL" clId="{A08EFAD0-E507-44ED-BFB5-F5D566E874EF}" dt="2026-06-26T06:05:18.949" v="3811" actId="1076"/>
          <ac:picMkLst>
            <pc:docMk/>
            <pc:sldMk cId="1696680686" sldId="275"/>
            <ac:picMk id="4" creationId="{F7EF6644-E273-7D72-BAB2-3E3DD4CE4C7E}"/>
          </ac:picMkLst>
        </pc:picChg>
      </pc:sldChg>
      <pc:sldChg chg="addSp delSp add del mod setBg">
        <pc:chgData name="sharleen guerrero" userId="3aa031e9-e6a7-468f-bc3b-fce99a2b0b37" providerId="ADAL" clId="{A08EFAD0-E507-44ED-BFB5-F5D566E874EF}" dt="2026-06-26T05:31:12.718" v="3645" actId="47"/>
        <pc:sldMkLst>
          <pc:docMk/>
          <pc:sldMk cId="1970282776" sldId="275"/>
        </pc:sldMkLst>
        <pc:spChg chg="add del">
          <ac:chgData name="sharleen guerrero" userId="3aa031e9-e6a7-468f-bc3b-fce99a2b0b37" providerId="ADAL" clId="{A08EFAD0-E507-44ED-BFB5-F5D566E874EF}" dt="2026-06-26T05:31:10.986" v="3644" actId="478"/>
          <ac:spMkLst>
            <pc:docMk/>
            <pc:sldMk cId="1970282776" sldId="275"/>
            <ac:spMk id="3" creationId="{6CC8421A-D311-236A-77B1-ED90B793A2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68CFB-90E8-4B0E-A538-0D667211838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060E5-19EB-4E14-A119-86371AA1B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3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tables imported, 6 key cleaning fixes, star schema with 8 relationships, 16 explicit DAX measures, 3-page report with all 4 required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C288-60AA-AEF7-6671-F26143A6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06A7C-1F10-3CB6-4BC3-71FEB902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7D1EA-D2CF-1ABE-B01A-0D0CDEEC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C9202-E810-FACD-FE2D-A89800C28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75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060E5-19EB-4E14-A119-86371AA1BE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024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9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99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2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6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3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2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0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38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89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2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  <p:sldLayoutId id="2147483754" r:id="rId12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microsoft.com/office/2011/relationships/webextension" Target="../webextensions/webextension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guerrero777/Capstone_3.git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pp.powerbi.com/links/NfKbc1Sd9f?ctid=bbce5c37-f181-4d0c-9310-7f877336e1cf&amp;pbi_source=linkSh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5CD2A3-2099-476E-9A85-55DC735FA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159026"/>
            <a:ext cx="5938866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5A801-FEEE-1686-1FFF-F10D1D89B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896" y="4876803"/>
            <a:ext cx="4241074" cy="123332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Analyst: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Sharleen Guerrero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 2022 – Dec 2025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Query, DAX, Power BI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Picture 4" descr="The image depicts a charming bookshop nestled among blossoming cherry trees, with colorful books displayed in the window and a welcoming entrance.&#10;&#10;AI-generated content may be incorrect.">
            <a:extLst>
              <a:ext uri="{FF2B5EF4-FFF2-40B4-BE49-F238E27FC236}">
                <a16:creationId xmlns:a16="http://schemas.microsoft.com/office/drawing/2014/main" id="{7AED066F-0176-284A-371A-E2F928BC2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4" r="1" b="1"/>
          <a:stretch>
            <a:fillRect/>
          </a:stretch>
        </p:blipFill>
        <p:spPr>
          <a:xfrm>
            <a:off x="20" y="10"/>
            <a:ext cx="5938847" cy="685799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92979E8-2E86-433E-A7E4-5F102E45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31691" y="4237480"/>
            <a:ext cx="867485" cy="115439"/>
            <a:chOff x="8910933" y="1861308"/>
            <a:chExt cx="867485" cy="11543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DDEF0D5-EF9F-43D4-BF40-27A3121E0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1438B34-2B34-4614-B3B4-D0992715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C691BDB-93D3-4721-903C-45DD9590F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hape 1">
            <a:extLst>
              <a:ext uri="{FF2B5EF4-FFF2-40B4-BE49-F238E27FC236}">
                <a16:creationId xmlns:a16="http://schemas.microsoft.com/office/drawing/2014/main" id="{5118E749-A376-9E0B-FA2B-AC113EAA3F03}"/>
              </a:ext>
            </a:extLst>
          </p:cNvPr>
          <p:cNvSpPr/>
          <p:nvPr/>
        </p:nvSpPr>
        <p:spPr>
          <a:xfrm>
            <a:off x="6268098" y="2328432"/>
            <a:ext cx="5594671" cy="1144515"/>
          </a:xfrm>
          <a:prstGeom prst="roundRect">
            <a:avLst>
              <a:gd name="adj" fmla="val 3846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2A7F7F"/>
            </a:solidFill>
            <a:prstDash val="solid"/>
          </a:ln>
        </p:spPr>
        <p:txBody>
          <a:bodyPr/>
          <a:lstStyle/>
          <a:p>
            <a:pPr algn="ctr" defTabSz="1219170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 m p o r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 m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South Region Sales Analysis</a:t>
            </a:r>
          </a:p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535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8C409FD-3314-DB4A-E2E7-40CBFE01ADC7}"/>
              </a:ext>
            </a:extLst>
          </p:cNvPr>
          <p:cNvSpPr/>
          <p:nvPr/>
        </p:nvSpPr>
        <p:spPr>
          <a:xfrm>
            <a:off x="0" y="-1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1EA4DBA-26C9-8C45-A093-1C8C301D83FA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A3478FC-9727-661A-1CDA-5DF3DD9496C8}"/>
              </a:ext>
            </a:extLst>
          </p:cNvPr>
          <p:cNvSpPr/>
          <p:nvPr/>
        </p:nvSpPr>
        <p:spPr>
          <a:xfrm>
            <a:off x="487680" y="1097280"/>
            <a:ext cx="11216640" cy="1341120"/>
          </a:xfrm>
          <a:prstGeom prst="roundRect">
            <a:avLst>
              <a:gd name="adj" fmla="val 7273"/>
            </a:avLst>
          </a:prstGeom>
          <a:solidFill>
            <a:srgbClr val="E8E4F0"/>
          </a:solidFill>
          <a:ln w="12700">
            <a:solidFill>
              <a:srgbClr val="9B8FA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96B3E3E-BAC7-28FA-AE21-4A4068F38DC9}"/>
              </a:ext>
            </a:extLst>
          </p:cNvPr>
          <p:cNvSpPr/>
          <p:nvPr/>
        </p:nvSpPr>
        <p:spPr>
          <a:xfrm>
            <a:off x="731520" y="967033"/>
            <a:ext cx="10972800" cy="1672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1400" b="1" i="1" dirty="0">
              <a:solidFill>
                <a:srgbClr val="3D3545"/>
              </a:solidFill>
              <a:latin typeface="Calibri" panose="020F0502020204030204"/>
            </a:endParaRPr>
          </a:p>
          <a:p>
            <a:pPr defTabSz="1219170"/>
            <a:r>
              <a:rPr lang="en-US" sz="1400" b="1" dirty="0" err="1">
                <a:solidFill>
                  <a:srgbClr val="3D3545"/>
                </a:solidFill>
                <a:latin typeface="Calibri" panose="020F0502020204030204"/>
              </a:rPr>
              <a:t>EmporiUm</a:t>
            </a:r>
            <a:r>
              <a:rPr lang="en-US" sz="1400" dirty="0">
                <a:solidFill>
                  <a:srgbClr val="3D3545"/>
                </a:solidFill>
                <a:latin typeface="Calibri" panose="020F0502020204030204"/>
              </a:rPr>
              <a:t> is a student bookstore chain with in-store and online sales channels, operating 24 stores for the South Region across Florida, Texas, and South Carolina 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Regional Director Andy Gisselquist requested a Power BI report analyzing four fiscal years of South Region in-store sales performance data that will be presented to territory managers and store managers at the regional meeting.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D79BE05-0F03-467F-65D5-E923F9185B6F}"/>
              </a:ext>
            </a:extLst>
          </p:cNvPr>
          <p:cNvSpPr/>
          <p:nvPr/>
        </p:nvSpPr>
        <p:spPr>
          <a:xfrm>
            <a:off x="659675" y="112166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5A8A80"/>
                </a:solidFill>
                <a:latin typeface="Calibri" panose="020F0502020204030204"/>
              </a:rPr>
              <a:t>Purpose of Analysis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EA4E3AC-20DB-E0AE-7698-92AA020DE622}"/>
              </a:ext>
            </a:extLst>
          </p:cNvPr>
          <p:cNvSpPr/>
          <p:nvPr/>
        </p:nvSpPr>
        <p:spPr>
          <a:xfrm>
            <a:off x="487680" y="2621280"/>
            <a:ext cx="5364480" cy="3779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F606652-22C5-AC81-C4B9-B2BA11A0177F}"/>
              </a:ext>
            </a:extLst>
          </p:cNvPr>
          <p:cNvSpPr/>
          <p:nvPr/>
        </p:nvSpPr>
        <p:spPr>
          <a:xfrm>
            <a:off x="6339840" y="2621280"/>
            <a:ext cx="5364480" cy="3779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4A09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B2F99F54-9A9B-B76B-E44F-93022D2E1BB3}"/>
              </a:ext>
            </a:extLst>
          </p:cNvPr>
          <p:cNvSpPr/>
          <p:nvPr/>
        </p:nvSpPr>
        <p:spPr>
          <a:xfrm>
            <a:off x="2011300" y="2691711"/>
            <a:ext cx="3644917" cy="358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i="1" dirty="0">
                <a:latin typeface="Calibri" panose="020F0502020204030204"/>
              </a:rPr>
              <a:t>After a nearly flat 2024, the South Region surged </a:t>
            </a:r>
            <a:r>
              <a:rPr lang="en-US" b="1" i="1" dirty="0">
                <a:solidFill>
                  <a:schemeClr val="accent3">
                    <a:lumMod val="75000"/>
                  </a:schemeClr>
                </a:solidFill>
                <a:latin typeface="Calibri" panose="020F0502020204030204"/>
              </a:rPr>
              <a:t>58% in 2025</a:t>
            </a:r>
            <a:r>
              <a:rPr lang="en-US" i="1" dirty="0">
                <a:latin typeface="Calibri" panose="020F0502020204030204"/>
              </a:rPr>
              <a:t>, raising a </a:t>
            </a:r>
            <a:r>
              <a:rPr lang="en-US" b="1" i="1" dirty="0">
                <a:latin typeface="Calibri" panose="020F0502020204030204"/>
              </a:rPr>
              <a:t>critical question: what drove it and how can we sustain it?</a:t>
            </a:r>
          </a:p>
          <a:p>
            <a:pPr defTabSz="1219170"/>
            <a:endParaRPr lang="en-US" sz="1500" b="1" i="1" dirty="0">
              <a:latin typeface="Calibri" panose="020F0502020204030204"/>
            </a:endParaRPr>
          </a:p>
          <a:p>
            <a:pPr defTabSz="1219170"/>
            <a:endParaRPr lang="en-US" sz="1500" b="1" i="1" dirty="0">
              <a:latin typeface="Calibri" panose="020F0502020204030204"/>
            </a:endParaRPr>
          </a:p>
          <a:p>
            <a:pPr defTabSz="1219170"/>
            <a:r>
              <a:rPr lang="en-US" sz="1500" dirty="0">
                <a:latin typeface="Calibri" panose="020F0502020204030204"/>
              </a:rPr>
              <a:t>This report analyzes four years of in-store sales data to surface what's working, what's lagging, and where the biggest opportunities lie to turn that one-year surge into a long-term strategy for 2026.</a:t>
            </a:r>
          </a:p>
        </p:txBody>
      </p:sp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84BAAC62-44D3-1311-0A01-B10E7C400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75" y="2673913"/>
            <a:ext cx="1284133" cy="1284133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61D54B95-946A-D65F-4A29-4A30B0D36511}"/>
              </a:ext>
            </a:extLst>
          </p:cNvPr>
          <p:cNvSpPr/>
          <p:nvPr/>
        </p:nvSpPr>
        <p:spPr>
          <a:xfrm>
            <a:off x="6583680" y="27432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C4A09A"/>
                </a:solidFill>
                <a:latin typeface="Calibri" panose="020F0502020204030204"/>
              </a:rPr>
              <a:t>Scope of Analysis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0AF66C7C-95FC-5435-01D5-B1B33F3B4CAF}"/>
              </a:ext>
            </a:extLst>
          </p:cNvPr>
          <p:cNvSpPr/>
          <p:nvPr/>
        </p:nvSpPr>
        <p:spPr>
          <a:xfrm>
            <a:off x="6583680" y="3230880"/>
            <a:ext cx="4876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Region: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South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Territories: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Florida, Texas, South Carolina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Stores: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24 (FL: 11, TX: 11, SC: 2)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Period: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Jan 2022 – Dec 2025 (4 calendar years)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Channel: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In-store only (Online = West region)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Total Revenue: </a:t>
            </a:r>
            <a:r>
              <a:rPr lang="en-US" b="1" dirty="0">
                <a:solidFill>
                  <a:srgbClr val="5A8A80"/>
                </a:solidFill>
                <a:latin typeface="Calibri" panose="020F0502020204030204"/>
              </a:rPr>
              <a:t>$8.00M
</a:t>
            </a:r>
            <a:r>
              <a:rPr lang="en-US" b="1" dirty="0">
                <a:solidFill>
                  <a:srgbClr val="1A1A1A"/>
                </a:solidFill>
                <a:latin typeface="Calibri" panose="020F0502020204030204"/>
              </a:rPr>
              <a:t>Transactions: </a:t>
            </a:r>
            <a:r>
              <a:rPr lang="en-US" dirty="0">
                <a:solidFill>
                  <a:srgbClr val="1A1A1A"/>
                </a:solidFill>
                <a:latin typeface="Calibri" panose="020F0502020204030204"/>
              </a:rPr>
              <a:t>57,300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71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623DA-12ED-FD6A-805C-39095E0F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533A865-B716-521F-1720-F2148EEA7F3A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63E918D-E14D-9ED9-8BDC-9D75052D44E1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Raw Data Sources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08B4D32-8B26-3BC9-61E8-5EAA985DF33B}"/>
              </a:ext>
            </a:extLst>
          </p:cNvPr>
          <p:cNvSpPr/>
          <p:nvPr/>
        </p:nvSpPr>
        <p:spPr>
          <a:xfrm>
            <a:off x="609600" y="1146344"/>
            <a:ext cx="5189035" cy="514294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28575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EBEA523D-2DF3-6694-3748-720559A58D46}"/>
              </a:ext>
            </a:extLst>
          </p:cNvPr>
          <p:cNvSpPr/>
          <p:nvPr/>
        </p:nvSpPr>
        <p:spPr>
          <a:xfrm>
            <a:off x="6293008" y="1146344"/>
            <a:ext cx="5289392" cy="514294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28575">
            <a:solidFill>
              <a:srgbClr val="B87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C75F6F6-0D8F-37BC-064D-D99DE41CCA87}"/>
              </a:ext>
            </a:extLst>
          </p:cNvPr>
          <p:cNvSpPr/>
          <p:nvPr/>
        </p:nvSpPr>
        <p:spPr>
          <a:xfrm>
            <a:off x="2241393" y="1497689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Capstone3_Sample_Sales.xlsx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raphic 12" descr="Open folder with solid fill">
            <a:extLst>
              <a:ext uri="{FF2B5EF4-FFF2-40B4-BE49-F238E27FC236}">
                <a16:creationId xmlns:a16="http://schemas.microsoft.com/office/drawing/2014/main" id="{5C6ABABB-D544-D13E-E3F8-788451653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337" y="1250688"/>
            <a:ext cx="814041" cy="814041"/>
          </a:xfrm>
          <a:prstGeom prst="rect">
            <a:avLst/>
          </a:prstGeom>
        </p:spPr>
      </p:pic>
      <p:sp>
        <p:nvSpPr>
          <p:cNvPr id="15" name="Text 13">
            <a:extLst>
              <a:ext uri="{FF2B5EF4-FFF2-40B4-BE49-F238E27FC236}">
                <a16:creationId xmlns:a16="http://schemas.microsoft.com/office/drawing/2014/main" id="{AE614556-1329-3219-4FD7-CBE1FB0141E9}"/>
              </a:ext>
            </a:extLst>
          </p:cNvPr>
          <p:cNvSpPr/>
          <p:nvPr/>
        </p:nvSpPr>
        <p:spPr>
          <a:xfrm>
            <a:off x="7780354" y="1497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7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book_list.txt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Graphic 16" descr="Document with solid fill">
            <a:extLst>
              <a:ext uri="{FF2B5EF4-FFF2-40B4-BE49-F238E27FC236}">
                <a16:creationId xmlns:a16="http://schemas.microsoft.com/office/drawing/2014/main" id="{6C99096D-34E8-E820-0211-005426B7C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9863" y="1288683"/>
            <a:ext cx="776046" cy="776046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28A8C858-EF1E-29E0-6C03-B08586BA3C28}"/>
              </a:ext>
            </a:extLst>
          </p:cNvPr>
          <p:cNvSpPr/>
          <p:nvPr/>
        </p:nvSpPr>
        <p:spPr>
          <a:xfrm>
            <a:off x="1197429" y="2253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sheets loaded as separate queries: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6B565A6B-C502-AC99-4577-6327E5D0A483}"/>
              </a:ext>
            </a:extLst>
          </p:cNvPr>
          <p:cNvSpPr/>
          <p:nvPr/>
        </p:nvSpPr>
        <p:spPr>
          <a:xfrm>
            <a:off x="6923315" y="22070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Custom-delimited text file:</a:t>
            </a: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7DB4EA7-E708-2ECA-B910-FBE0C7D0A160}"/>
              </a:ext>
            </a:extLst>
          </p:cNvPr>
          <p:cNvSpPr/>
          <p:nvPr/>
        </p:nvSpPr>
        <p:spPr>
          <a:xfrm>
            <a:off x="1033337" y="2416181"/>
            <a:ext cx="4511846" cy="3689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Store Sales </a:t>
            </a:r>
            <a:r>
              <a:rPr lang="en-US" sz="1400" dirty="0">
                <a:latin typeface="Calibri" panose="020F0502020204030204"/>
              </a:rPr>
              <a:t>– fact table with transaction data of  ~ 57,300 rows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Online Sales </a:t>
            </a:r>
            <a:r>
              <a:rPr lang="en-US" sz="1400" dirty="0">
                <a:latin typeface="Calibri" panose="020F0502020204030204"/>
              </a:rPr>
              <a:t>– excluded from analysis because it belongs to West Region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Products</a:t>
            </a:r>
            <a:r>
              <a:rPr lang="en-US" sz="1400" dirty="0">
                <a:latin typeface="Calibri" panose="020F0502020204030204"/>
              </a:rPr>
              <a:t> – 669 unique products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/>
              </a:rPr>
              <a:t>Inventory Categories – category lookup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Store Locations </a:t>
            </a:r>
            <a:r>
              <a:rPr lang="en-US" sz="1400" dirty="0">
                <a:latin typeface="Calibri" panose="020F0502020204030204"/>
              </a:rPr>
              <a:t>– store locations across 4 regions, filtered to South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Management Team </a:t>
            </a:r>
            <a:r>
              <a:rPr lang="en-US" sz="1400" dirty="0">
                <a:latin typeface="Calibri" panose="020F0502020204030204"/>
              </a:rPr>
              <a:t>– region/director information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/>
              </a:rPr>
              <a:t>Shipper List </a:t>
            </a:r>
            <a:r>
              <a:rPr lang="en-US" sz="1400" dirty="0">
                <a:latin typeface="Calibri" panose="020F0502020204030204"/>
              </a:rPr>
              <a:t>– shipping reference for online sales</a:t>
            </a: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AFC42F8-8C54-72D0-5AFA-90E4C618F473}"/>
              </a:ext>
            </a:extLst>
          </p:cNvPr>
          <p:cNvSpPr/>
          <p:nvPr/>
        </p:nvSpPr>
        <p:spPr>
          <a:xfrm>
            <a:off x="6796234" y="2253928"/>
            <a:ext cx="4511846" cy="3689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/>
              </a:rPr>
              <a:t>90 </a:t>
            </a:r>
            <a:r>
              <a:rPr lang="en-US" sz="1600" b="1" dirty="0">
                <a:latin typeface="Calibri" panose="020F0502020204030204"/>
              </a:rPr>
              <a:t>Book (General) </a:t>
            </a:r>
            <a:r>
              <a:rPr lang="en-US" sz="1600" dirty="0">
                <a:latin typeface="Calibri" panose="020F0502020204030204"/>
              </a:rPr>
              <a:t>book titles with respective authors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/>
              </a:rPr>
              <a:t>Delimiter * and ‘by’ (custom)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/>
              </a:rPr>
              <a:t>Required manual split into </a:t>
            </a:r>
            <a:r>
              <a:rPr lang="en-US" sz="1600" b="1" dirty="0">
                <a:latin typeface="Calibri" panose="020F0502020204030204"/>
              </a:rPr>
              <a:t>Book Title </a:t>
            </a:r>
            <a:r>
              <a:rPr lang="en-US" sz="1600" dirty="0">
                <a:latin typeface="Calibri" panose="020F0502020204030204"/>
              </a:rPr>
              <a:t>and </a:t>
            </a:r>
            <a:r>
              <a:rPr lang="en-US" sz="1600" b="1" dirty="0">
                <a:latin typeface="Calibri" panose="020F0502020204030204"/>
              </a:rPr>
              <a:t>Author columns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/>
              </a:rPr>
              <a:t>Trimmed whitespace after splitting</a:t>
            </a:r>
          </a:p>
          <a:p>
            <a:pPr marL="285750" indent="-285750" defTabSz="121917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/>
              </a:rPr>
              <a:t>Merged </a:t>
            </a:r>
            <a:r>
              <a:rPr lang="en-US" sz="1600" dirty="0">
                <a:latin typeface="Calibri" panose="020F0502020204030204"/>
              </a:rPr>
              <a:t>into Products on similar Book Title column</a:t>
            </a:r>
          </a:p>
          <a:p>
            <a:pPr marL="285750" indent="-285750" defTabSz="121917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266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ETL &amp; Modeling Pipeline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6720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400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workbook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TXT reference file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Named queries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0560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0560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57856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18816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400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79776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Dates Formatting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79776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replaced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79776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Nulls resolved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79776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Data Types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62656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62656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&gt;20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62656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Fixes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49952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B87060"/>
            </a:solidFill>
            <a:prstDash val="solid"/>
          </a:ln>
        </p:spPr>
        <p:txBody>
          <a:bodyPr/>
          <a:lstStyle/>
          <a:p>
            <a:endParaRPr 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10912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400" dirty="0">
                <a:solidFill>
                  <a:srgbClr val="B87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71872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 schema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71872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queries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71872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scope filtered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71872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for Report  Measures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54752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B87060"/>
          </a:solidFill>
          <a:ln w="12700">
            <a:solidFill>
              <a:srgbClr val="B87060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4752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4752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42048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7A9A8A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03008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b="1" kern="0" spc="400" dirty="0">
              <a:solidFill>
                <a:srgbClr val="7A9A8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kern="0" spc="400" dirty="0">
                <a:solidFill>
                  <a:srgbClr val="7A9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</a:t>
            </a:r>
          </a:p>
          <a:p>
            <a:pPr algn="ctr"/>
            <a:r>
              <a:rPr lang="en-US" sz="1600" b="1" kern="0" spc="400" dirty="0">
                <a:solidFill>
                  <a:srgbClr val="7A9A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63968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</a:t>
            </a:r>
            <a:r>
              <a:rPr lang="en-US" sz="1200" dirty="0">
                <a:solidFill>
                  <a:srgbClr val="D4CED8"/>
                </a:solidFill>
              </a:rPr>
              <a:t> </a:t>
            </a:r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63968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intelligence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63968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Rankings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63968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KPIs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46848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7A9A8A"/>
          </a:solidFill>
          <a:ln w="12700">
            <a:solidFill>
              <a:srgbClr val="7A9A8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7546848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46848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534144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D4C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9595104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kern="0" spc="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56064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visuals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56064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</a:t>
            </a:r>
            <a:r>
              <a:rPr lang="en-US" sz="1200" dirty="0">
                <a:solidFill>
                  <a:srgbClr val="D4CED8"/>
                </a:solidFill>
              </a:rPr>
              <a:t> </a:t>
            </a:r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656064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56064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Bookmark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38944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D4CED8"/>
          </a:solidFill>
          <a:ln w="12700">
            <a:solidFill>
              <a:srgbClr val="D4CE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9838944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838944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Pages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D40597CF-3A1D-80A9-7ABD-1B229B585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316" y="1498745"/>
            <a:ext cx="701911" cy="701911"/>
          </a:xfrm>
          <a:prstGeom prst="rect">
            <a:avLst/>
          </a:prstGeom>
        </p:spPr>
      </p:pic>
      <p:pic>
        <p:nvPicPr>
          <p:cNvPr id="60" name="Graphic 59" descr="Mop and bucket with solid fill">
            <a:extLst>
              <a:ext uri="{FF2B5EF4-FFF2-40B4-BE49-F238E27FC236}">
                <a16:creationId xmlns:a16="http://schemas.microsoft.com/office/drawing/2014/main" id="{73577245-C9D7-3934-D9FF-0BE66DB61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9331" y="1488294"/>
            <a:ext cx="694074" cy="694074"/>
          </a:xfrm>
          <a:prstGeom prst="rect">
            <a:avLst/>
          </a:prstGeom>
        </p:spPr>
      </p:pic>
      <p:pic>
        <p:nvPicPr>
          <p:cNvPr id="62" name="Graphic 61" descr="Connected with solid fill">
            <a:extLst>
              <a:ext uri="{FF2B5EF4-FFF2-40B4-BE49-F238E27FC236}">
                <a16:creationId xmlns:a16="http://schemas.microsoft.com/office/drawing/2014/main" id="{B7C73C5F-D986-2C49-E954-E42944A9C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464" y="1522258"/>
            <a:ext cx="762000" cy="762000"/>
          </a:xfrm>
          <a:prstGeom prst="rect">
            <a:avLst/>
          </a:prstGeom>
        </p:spPr>
      </p:pic>
      <p:pic>
        <p:nvPicPr>
          <p:cNvPr id="66" name="Graphic 65" descr="Calculator outline">
            <a:extLst>
              <a:ext uri="{FF2B5EF4-FFF2-40B4-BE49-F238E27FC236}">
                <a16:creationId xmlns:a16="http://schemas.microsoft.com/office/drawing/2014/main" id="{F2165064-E137-6D2B-22DC-A41D66FEA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2727" y="1725324"/>
            <a:ext cx="595666" cy="595666"/>
          </a:xfrm>
          <a:prstGeom prst="rect">
            <a:avLst/>
          </a:prstGeom>
        </p:spPr>
      </p:pic>
      <p:pic>
        <p:nvPicPr>
          <p:cNvPr id="68" name="Graphic 67" descr="Presentation with pie chart with solid fill">
            <a:extLst>
              <a:ext uri="{FF2B5EF4-FFF2-40B4-BE49-F238E27FC236}">
                <a16:creationId xmlns:a16="http://schemas.microsoft.com/office/drawing/2014/main" id="{019067AE-92EF-5362-16FA-2C687372C4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5456" y="1459583"/>
            <a:ext cx="833696" cy="833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E6FF-DBE7-3A14-8372-4B77DCF8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DD247D6-B807-F810-F23C-5806640FBFE4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C8AB0BB-8559-BA42-D811-B92866034445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Schema and DAX measures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2F104F0-C32A-C3F1-0D21-34795F9E4206}"/>
              </a:ext>
            </a:extLst>
          </p:cNvPr>
          <p:cNvSpPr/>
          <p:nvPr/>
        </p:nvSpPr>
        <p:spPr>
          <a:xfrm>
            <a:off x="609599" y="1146343"/>
            <a:ext cx="5409063" cy="5406855"/>
          </a:xfrm>
          <a:prstGeom prst="roundRect">
            <a:avLst>
              <a:gd name="adj" fmla="val 2299"/>
            </a:avLst>
          </a:prstGeom>
          <a:solidFill>
            <a:srgbClr val="E0DFDD"/>
          </a:solidFill>
          <a:ln w="28575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6FF8AD8B-9D2F-9D0A-A7B4-D92B4AD2D0DF}"/>
              </a:ext>
            </a:extLst>
          </p:cNvPr>
          <p:cNvSpPr/>
          <p:nvPr/>
        </p:nvSpPr>
        <p:spPr>
          <a:xfrm>
            <a:off x="6293007" y="1146344"/>
            <a:ext cx="5792085" cy="5406856"/>
          </a:xfrm>
          <a:prstGeom prst="roundRect">
            <a:avLst>
              <a:gd name="adj" fmla="val 2299"/>
            </a:avLst>
          </a:prstGeom>
          <a:solidFill>
            <a:srgbClr val="171B22"/>
          </a:solidFill>
          <a:ln w="28575">
            <a:noFill/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The image illustrates a data visualization tool with various interconnected components, including categories, measures, and sales statistics, arranged in a grid format.&#10;&#10;AI-generated content may be incorrect.">
            <a:extLst>
              <a:ext uri="{FF2B5EF4-FFF2-40B4-BE49-F238E27FC236}">
                <a16:creationId xmlns:a16="http://schemas.microsoft.com/office/drawing/2014/main" id="{D318E246-E869-4622-3B0C-9DA975532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43" y="1322253"/>
            <a:ext cx="5189035" cy="5119490"/>
          </a:xfrm>
          <a:prstGeom prst="rect">
            <a:avLst/>
          </a:prstGeom>
        </p:spPr>
      </p:pic>
      <p:pic>
        <p:nvPicPr>
          <p:cNvPr id="7" name="Picture 6" descr="The image is a data table with various sales and financial metrics such as average book value, transaction value, and revenue statistics.&#10;&#10;AI-generated content may be incorrect.">
            <a:extLst>
              <a:ext uri="{FF2B5EF4-FFF2-40B4-BE49-F238E27FC236}">
                <a16:creationId xmlns:a16="http://schemas.microsoft.com/office/drawing/2014/main" id="{3F947F50-F952-46EA-0B61-22B243C10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665" y="1482422"/>
            <a:ext cx="1767384" cy="3198760"/>
          </a:xfrm>
          <a:prstGeom prst="rect">
            <a:avLst/>
          </a:prstGeom>
        </p:spPr>
      </p:pic>
      <p:pic>
        <p:nvPicPr>
          <p:cNvPr id="27" name="Picture 26" descr="The image is a table displaying various sales and analytical metrics for a retail region, including total sales, count, average transaction value, product rank, total stores, top territory, prior year sales, year-to-date (YTD) sales, general books sales, books' percentage of total revenue, average book value, and top book.&#10;&#10;AI-generated content may be incorrect.">
            <a:extLst>
              <a:ext uri="{FF2B5EF4-FFF2-40B4-BE49-F238E27FC236}">
                <a16:creationId xmlns:a16="http://schemas.microsoft.com/office/drawing/2014/main" id="{BEAAC776-C495-1BC7-DE56-3FB4E4E6F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287" y="1235055"/>
            <a:ext cx="3710695" cy="515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156D8-A620-B337-E90E-5842136D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410C7E0-0DE8-AD0F-B4F5-0E76B6EA6188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53BA09C-4EF0-6D72-EA48-71D4914BED6A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South Region Sales Trend and Territories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BFCE15-45E3-8B85-0E98-596FF49780B7}"/>
              </a:ext>
            </a:extLst>
          </p:cNvPr>
          <p:cNvSpPr/>
          <p:nvPr/>
        </p:nvSpPr>
        <p:spPr>
          <a:xfrm>
            <a:off x="487680" y="1097280"/>
            <a:ext cx="670560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42775DE4-C0BD-E3C3-64CB-4179F45F3A3C}"/>
              </a:ext>
            </a:extLst>
          </p:cNvPr>
          <p:cNvSpPr/>
          <p:nvPr/>
        </p:nvSpPr>
        <p:spPr>
          <a:xfrm>
            <a:off x="7437120" y="1097280"/>
            <a:ext cx="426720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6" name="Picture 15" descr="The image depicts a line graph showing a declining revenue trend over a series of months and quarters, starting from $400K and dropping to $100K.&#10;&#10;AI-generated content may be incorrect.">
            <a:extLst>
              <a:ext uri="{FF2B5EF4-FFF2-40B4-BE49-F238E27FC236}">
                <a16:creationId xmlns:a16="http://schemas.microsoft.com/office/drawing/2014/main" id="{D191CCC9-6329-31BE-F082-AD70E1EAD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98498"/>
            <a:ext cx="6503126" cy="2967484"/>
          </a:xfrm>
          <a:prstGeom prst="rect">
            <a:avLst/>
          </a:prstGeom>
        </p:spPr>
      </p:pic>
      <p:pic>
        <p:nvPicPr>
          <p:cNvPr id="20" name="Picture 19" descr="The pie chart illustrates the distribution of $6.5 million in revenue, with Florida and Texas contributing 49.15% and 42.74% respectively, and South Carolina accounting for 8.11%.&#10;&#10;AI-generated content may be incorrect.">
            <a:extLst>
              <a:ext uri="{FF2B5EF4-FFF2-40B4-BE49-F238E27FC236}">
                <a16:creationId xmlns:a16="http://schemas.microsoft.com/office/drawing/2014/main" id="{3F7ABC80-0B97-DFCF-3E95-43AE44750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384" y="1162822"/>
            <a:ext cx="4112622" cy="3038836"/>
          </a:xfrm>
          <a:prstGeom prst="rect">
            <a:avLst/>
          </a:prstGeom>
        </p:spPr>
      </p:pic>
      <p:sp>
        <p:nvSpPr>
          <p:cNvPr id="22" name="Shape 6">
            <a:extLst>
              <a:ext uri="{FF2B5EF4-FFF2-40B4-BE49-F238E27FC236}">
                <a16:creationId xmlns:a16="http://schemas.microsoft.com/office/drawing/2014/main" id="{72F0BD0D-B378-336A-05AD-444B02B1CDE2}"/>
              </a:ext>
            </a:extLst>
          </p:cNvPr>
          <p:cNvSpPr/>
          <p:nvPr/>
        </p:nvSpPr>
        <p:spPr>
          <a:xfrm>
            <a:off x="487680" y="4450080"/>
            <a:ext cx="6705600" cy="2011680"/>
          </a:xfrm>
          <a:prstGeom prst="roundRect">
            <a:avLst>
              <a:gd name="adj" fmla="val 4848"/>
            </a:avLst>
          </a:prstGeom>
          <a:solidFill>
            <a:srgbClr val="F5F3F8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A909C148-FA6C-309E-60AA-BCD238270F4F}"/>
              </a:ext>
            </a:extLst>
          </p:cNvPr>
          <p:cNvSpPr/>
          <p:nvPr/>
        </p:nvSpPr>
        <p:spPr>
          <a:xfrm>
            <a:off x="7437120" y="4450080"/>
            <a:ext cx="4267200" cy="2011680"/>
          </a:xfrm>
          <a:prstGeom prst="roundRect">
            <a:avLst>
              <a:gd name="adj" fmla="val 4848"/>
            </a:avLst>
          </a:prstGeom>
          <a:solidFill>
            <a:srgbClr val="F5F3F8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E795A443-179E-6258-A517-80144BCDE915}"/>
              </a:ext>
            </a:extLst>
          </p:cNvPr>
          <p:cNvSpPr/>
          <p:nvPr/>
        </p:nvSpPr>
        <p:spPr>
          <a:xfrm>
            <a:off x="7680960" y="5010912"/>
            <a:ext cx="377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 and Texas both have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stores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 leads at 49.15% ($3.93M).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Texas at 42.74%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Caroline makes up 8.11% of revenue, understandable with only two stores.</a:t>
            </a: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7482F38-31AC-9D4C-638C-8932C8AB4583}"/>
              </a:ext>
            </a:extLst>
          </p:cNvPr>
          <p:cNvSpPr/>
          <p:nvPr/>
        </p:nvSpPr>
        <p:spPr>
          <a:xfrm>
            <a:off x="731520" y="5010912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grew +122% over 4 years ($1.28M → $2.96M).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2024 was nearly flat at just +0.3% across every category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Suddenly, </a:t>
            </a:r>
            <a:r>
              <a:rPr lang="en-US" sz="15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surged at +58%,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strongest year on record.</a:t>
            </a: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92CBA9B1-714F-6E80-645C-1544D7AC271B}"/>
              </a:ext>
            </a:extLst>
          </p:cNvPr>
          <p:cNvSpPr/>
          <p:nvPr/>
        </p:nvSpPr>
        <p:spPr>
          <a:xfrm>
            <a:off x="731520" y="4596384"/>
            <a:ext cx="6217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 — Sales Trend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2A83106-DAF8-C2CD-D8C0-C6A797A723DD}"/>
              </a:ext>
            </a:extLst>
          </p:cNvPr>
          <p:cNvSpPr/>
          <p:nvPr/>
        </p:nvSpPr>
        <p:spPr>
          <a:xfrm>
            <a:off x="7680960" y="4596384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 — Territory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45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E327C-78E1-CC8B-E82A-B9CF68E5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0CADCB9-4B81-0DB1-BAEA-A69EE23E9863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B0023F9-36AA-6197-9C60-86570131CC07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Region Category Performance and 2025 Surge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7EA136E-029D-4229-A0B8-5FE0962D6D02}"/>
              </a:ext>
            </a:extLst>
          </p:cNvPr>
          <p:cNvSpPr/>
          <p:nvPr/>
        </p:nvSpPr>
        <p:spPr>
          <a:xfrm>
            <a:off x="487680" y="1097280"/>
            <a:ext cx="670560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B94A759-181C-BCCF-10A5-C596C0738C1D}"/>
              </a:ext>
            </a:extLst>
          </p:cNvPr>
          <p:cNvSpPr/>
          <p:nvPr/>
        </p:nvSpPr>
        <p:spPr>
          <a:xfrm>
            <a:off x="7437120" y="1097280"/>
            <a:ext cx="426720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F7D548AE-95D5-1465-DCEE-6F78812D5994}"/>
              </a:ext>
            </a:extLst>
          </p:cNvPr>
          <p:cNvSpPr/>
          <p:nvPr/>
        </p:nvSpPr>
        <p:spPr>
          <a:xfrm>
            <a:off x="487680" y="4450080"/>
            <a:ext cx="6705600" cy="2011680"/>
          </a:xfrm>
          <a:prstGeom prst="roundRect">
            <a:avLst>
              <a:gd name="adj" fmla="val 4848"/>
            </a:avLst>
          </a:prstGeom>
          <a:solidFill>
            <a:srgbClr val="F5F3F8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C9F808B4-342A-1D91-3E87-2801D611443D}"/>
              </a:ext>
            </a:extLst>
          </p:cNvPr>
          <p:cNvSpPr/>
          <p:nvPr/>
        </p:nvSpPr>
        <p:spPr>
          <a:xfrm>
            <a:off x="7437120" y="4450080"/>
            <a:ext cx="4267200" cy="2011680"/>
          </a:xfrm>
          <a:prstGeom prst="roundRect">
            <a:avLst>
              <a:gd name="adj" fmla="val 4848"/>
            </a:avLst>
          </a:prstGeom>
          <a:solidFill>
            <a:srgbClr val="F5F3F8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18FAF5B1-714E-A651-8183-627ED45334AD}"/>
              </a:ext>
            </a:extLst>
          </p:cNvPr>
          <p:cNvSpPr/>
          <p:nvPr/>
        </p:nvSpPr>
        <p:spPr>
          <a:xfrm>
            <a:off x="7680960" y="501091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79% of 2025’s $1.09 growth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 from </a:t>
            </a:r>
            <a:r>
              <a:rPr lang="en-US" sz="13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alone (+$864k).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 supplies grew fastest at +114%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drove the story, but </a:t>
            </a:r>
            <a:r>
              <a:rPr lang="en-US" sz="13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shift the story so that more categories can win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70508A45-8946-EB42-32FF-82C79FC56DF1}"/>
              </a:ext>
            </a:extLst>
          </p:cNvPr>
          <p:cNvSpPr/>
          <p:nvPr/>
        </p:nvSpPr>
        <p:spPr>
          <a:xfrm>
            <a:off x="731520" y="5010912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&amp; Accessories clearly dominates at $5.68M, </a:t>
            </a:r>
            <a:r>
              <a:rPr lang="en-US" sz="15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carrying the entire region revenue at 71%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Textbooks second at $1.41M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(17.6%)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General Books is 11.73%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($138k)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EmporiUm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seems to favor being a tech retailer, how can we leverage this?</a:t>
            </a: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5198D0EE-7EB5-530B-77F5-0C10D61CE831}"/>
              </a:ext>
            </a:extLst>
          </p:cNvPr>
          <p:cNvSpPr/>
          <p:nvPr/>
        </p:nvSpPr>
        <p:spPr>
          <a:xfrm>
            <a:off x="731520" y="4596384"/>
            <a:ext cx="6217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 — Categories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199D7C6F-058F-D723-331A-895905FB031D}"/>
              </a:ext>
            </a:extLst>
          </p:cNvPr>
          <p:cNvSpPr/>
          <p:nvPr/>
        </p:nvSpPr>
        <p:spPr>
          <a:xfrm>
            <a:off x="7680960" y="4596384"/>
            <a:ext cx="3779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 — 2025 Surge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The image displays a bar chart illustrating revenue distribution across various product categories, with Technology &amp; Accessories generating the highest revenue.&#10;&#10;AI-generated content may be incorrect.">
            <a:extLst>
              <a:ext uri="{FF2B5EF4-FFF2-40B4-BE49-F238E27FC236}">
                <a16:creationId xmlns:a16="http://schemas.microsoft.com/office/drawing/2014/main" id="{31917E06-963F-F700-F77B-257CD0E66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47" y="1129937"/>
            <a:ext cx="6587265" cy="3082429"/>
          </a:xfrm>
          <a:prstGeom prst="rect">
            <a:avLst/>
          </a:prstGeom>
        </p:spPr>
      </p:pic>
      <p:pic>
        <p:nvPicPr>
          <p:cNvPr id="6" name="Picture 5" descr="The image is a bar chart depicting the growth in various sectors such as apparel, art, books, textbooks, stationery, supplies, and accessories, with a significant increase in revenue in the technology sector.&#10;&#10;AI-generated content may be incorrect.">
            <a:extLst>
              <a:ext uri="{FF2B5EF4-FFF2-40B4-BE49-F238E27FC236}">
                <a16:creationId xmlns:a16="http://schemas.microsoft.com/office/drawing/2014/main" id="{A0C6C5B7-42F0-E723-6C8D-69ECABEEF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942" y="1129937"/>
            <a:ext cx="4027458" cy="30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5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"/>
          </a:xfrm>
          <a:prstGeom prst="rect">
            <a:avLst/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 &amp; Book Breakdown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Books Sales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$138.37K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308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A09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528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 % of Revenue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528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1.73%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740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7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Book Value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B87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$29.49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17280" y="1097280"/>
            <a:ext cx="298704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839200" y="1194816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Book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39200" y="146304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Harry Potter and the Sorcerer’s Stone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474720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3D3545"/>
                </a:solidFill>
              </a:rPr>
              <a:t>📸 INSERT SCREENSHOT:</a:t>
            </a:r>
            <a:endParaRPr lang="en-US" sz="1333" dirty="0"/>
          </a:p>
          <a:p>
            <a:pPr algn="ctr"/>
            <a:r>
              <a:rPr lang="en-US" sz="1333" i="1" dirty="0">
                <a:solidFill>
                  <a:srgbClr val="3D3545"/>
                </a:solidFill>
              </a:rPr>
              <a:t>Top-Selling General Books table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7437120" y="347472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3D3545"/>
                </a:solidFill>
              </a:rPr>
              <a:t>📸 INSERT SCREENSHOT:</a:t>
            </a:r>
            <a:endParaRPr lang="en-US" sz="1333" dirty="0"/>
          </a:p>
          <a:p>
            <a:pPr algn="ctr"/>
            <a:r>
              <a:rPr lang="en-US" sz="1333" i="1" dirty="0">
                <a:solidFill>
                  <a:srgbClr val="3D3545"/>
                </a:solidFill>
              </a:rPr>
              <a:t>General Books Sales Trend line chart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87680" y="5547360"/>
            <a:ext cx="11216640" cy="1036320"/>
          </a:xfrm>
          <a:prstGeom prst="roundRect">
            <a:avLst>
              <a:gd name="adj" fmla="val 9412"/>
            </a:avLst>
          </a:prstGeom>
          <a:solidFill>
            <a:srgbClr val="E8E4F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1072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Harry Potter and the Sorcerer's Stone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at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$4,366 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(151 transactions). Stephen Hawking holds </a:t>
            </a:r>
            <a:r>
              <a:rPr lang="en-US" sz="15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of the top 4 spots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confirming South Region customers gear toward STEM topics. Decomp tree reinforces the pattern,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out of 5 top 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belong to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STEM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Heath Sciences is the #2 textbook subcategory ($192K). Study Guides dominate Books (General) at 38.3%. Book sales </a:t>
            </a:r>
            <a:r>
              <a:rPr lang="en-US" sz="15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doubled in 2025 (+101%)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 </a:t>
            </a:r>
            <a:r>
              <a:rPr lang="en-US" sz="150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 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50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 at $7,034.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B8BAD519-A16E-A928-B212-B8C6C3612D54}"/>
              </a:ext>
            </a:extLst>
          </p:cNvPr>
          <p:cNvSpPr/>
          <p:nvPr/>
        </p:nvSpPr>
        <p:spPr>
          <a:xfrm>
            <a:off x="487680" y="2316480"/>
            <a:ext cx="5018314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BDFCBB2C-A33B-C5FC-301D-90A2E3565C15}"/>
              </a:ext>
            </a:extLst>
          </p:cNvPr>
          <p:cNvSpPr/>
          <p:nvPr/>
        </p:nvSpPr>
        <p:spPr>
          <a:xfrm>
            <a:off x="5669280" y="2304288"/>
            <a:ext cx="591312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pic>
        <p:nvPicPr>
          <p:cNvPr id="27" name="Picture 26" descr="Total Region S.&#10;&#10;AI-generated content may be incorrect.">
            <a:extLst>
              <a:ext uri="{FF2B5EF4-FFF2-40B4-BE49-F238E27FC236}">
                <a16:creationId xmlns:a16="http://schemas.microsoft.com/office/drawing/2014/main" id="{99C033C1-709C-3888-86A2-9DE460BE1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46154"/>
            <a:ext cx="4778829" cy="3040246"/>
          </a:xfrm>
          <a:prstGeom prst="rect">
            <a:avLst/>
          </a:prstGeom>
        </p:spPr>
      </p:pic>
      <p:pic>
        <p:nvPicPr>
          <p:cNvPr id="29" name="Picture 28" descr="A table listing book titles, authors, sales figures, and transaction counts.&#10;&#10;AI-generated content may be incorrect.">
            <a:extLst>
              <a:ext uri="{FF2B5EF4-FFF2-40B4-BE49-F238E27FC236}">
                <a16:creationId xmlns:a16="http://schemas.microsoft.com/office/drawing/2014/main" id="{61C29095-C74B-5BC1-29F9-886E721A4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358250"/>
            <a:ext cx="5669280" cy="3067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E2A82-6F64-33DE-13E1-B8D25DCF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15ED4F-C7E5-74E6-7595-F934406CEFC9}"/>
              </a:ext>
            </a:extLst>
          </p:cNvPr>
          <p:cNvSpPr/>
          <p:nvPr/>
        </p:nvSpPr>
        <p:spPr>
          <a:xfrm>
            <a:off x="0" y="0"/>
            <a:ext cx="12192000" cy="158496"/>
          </a:xfrm>
          <a:prstGeom prst="rect">
            <a:avLst/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CDDA15-FD37-EB8C-B741-3354E9374179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Executive Summary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B0FDCE-CC3D-22DD-A1E7-39D0E724B094}"/>
              </a:ext>
            </a:extLst>
          </p:cNvPr>
          <p:cNvSpPr/>
          <p:nvPr/>
        </p:nvSpPr>
        <p:spPr>
          <a:xfrm>
            <a:off x="4876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3F7255-E309-988B-88A9-E6D13BBEAC28}"/>
              </a:ext>
            </a:extLst>
          </p:cNvPr>
          <p:cNvSpPr/>
          <p:nvPr/>
        </p:nvSpPr>
        <p:spPr>
          <a:xfrm>
            <a:off x="6096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YoY Growth %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8C9D75-6D46-D8C9-BD4F-6C5B84A81893}"/>
              </a:ext>
            </a:extLst>
          </p:cNvPr>
          <p:cNvSpPr/>
          <p:nvPr/>
        </p:nvSpPr>
        <p:spPr>
          <a:xfrm>
            <a:off x="6096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58.90%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02C291-C940-B2B7-83C1-A207D7C9D013}"/>
              </a:ext>
            </a:extLst>
          </p:cNvPr>
          <p:cNvSpPr/>
          <p:nvPr/>
        </p:nvSpPr>
        <p:spPr>
          <a:xfrm>
            <a:off x="32308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A09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8D970C-5F73-86AC-42AA-FB2A0F0F5DC2}"/>
              </a:ext>
            </a:extLst>
          </p:cNvPr>
          <p:cNvSpPr/>
          <p:nvPr/>
        </p:nvSpPr>
        <p:spPr>
          <a:xfrm>
            <a:off x="33528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Quarter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7E7094-B77B-FD6B-FA99-3E6CDB1B02D8}"/>
              </a:ext>
            </a:extLst>
          </p:cNvPr>
          <p:cNvSpPr/>
          <p:nvPr/>
        </p:nvSpPr>
        <p:spPr>
          <a:xfrm>
            <a:off x="33528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54563F-7415-70E5-3CBA-6B9BB2B98BBE}"/>
              </a:ext>
            </a:extLst>
          </p:cNvPr>
          <p:cNvSpPr/>
          <p:nvPr/>
        </p:nvSpPr>
        <p:spPr>
          <a:xfrm>
            <a:off x="59740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7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DD62EA-C1A5-3E28-D2AD-9232428AB8B8}"/>
              </a:ext>
            </a:extLst>
          </p:cNvPr>
          <p:cNvSpPr/>
          <p:nvPr/>
        </p:nvSpPr>
        <p:spPr>
          <a:xfrm>
            <a:off x="60960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Month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5DAC32-3613-9C86-3C50-C0E1852C66B5}"/>
              </a:ext>
            </a:extLst>
          </p:cNvPr>
          <p:cNvSpPr/>
          <p:nvPr/>
        </p:nvSpPr>
        <p:spPr>
          <a:xfrm>
            <a:off x="60960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B87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12E890-8AB2-B2CA-B1DA-D4C182D3D502}"/>
              </a:ext>
            </a:extLst>
          </p:cNvPr>
          <p:cNvSpPr/>
          <p:nvPr/>
        </p:nvSpPr>
        <p:spPr>
          <a:xfrm>
            <a:off x="8717280" y="1097280"/>
            <a:ext cx="298704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F57315-5CF5-3B4E-A0F9-41B85D8E24F6}"/>
              </a:ext>
            </a:extLst>
          </p:cNvPr>
          <p:cNvSpPr/>
          <p:nvPr/>
        </p:nvSpPr>
        <p:spPr>
          <a:xfrm>
            <a:off x="8839200" y="1194816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YTD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FC6AC0-5CFA-27F9-C134-AA3557A4FDA9}"/>
              </a:ext>
            </a:extLst>
          </p:cNvPr>
          <p:cNvSpPr/>
          <p:nvPr/>
        </p:nvSpPr>
        <p:spPr>
          <a:xfrm>
            <a:off x="8839200" y="146304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$2.96M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C43F81-4A19-B5A9-2D34-DFAB933D10B5}"/>
              </a:ext>
            </a:extLst>
          </p:cNvPr>
          <p:cNvSpPr/>
          <p:nvPr/>
        </p:nvSpPr>
        <p:spPr>
          <a:xfrm>
            <a:off x="609600" y="3474720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3D3545"/>
                </a:solidFill>
              </a:rPr>
              <a:t>📸 INSERT SCREENSHOT:</a:t>
            </a:r>
            <a:endParaRPr lang="en-US" sz="1333" dirty="0"/>
          </a:p>
          <a:p>
            <a:pPr algn="ctr"/>
            <a:r>
              <a:rPr lang="en-US" sz="1333" i="1" dirty="0">
                <a:solidFill>
                  <a:srgbClr val="3D3545"/>
                </a:solidFill>
              </a:rPr>
              <a:t>Top-Selling General Books table</a:t>
            </a:r>
            <a:endParaRPr lang="en-US" sz="1333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13A649-89F3-CCC7-F5FA-3D3B81E1F7C8}"/>
              </a:ext>
            </a:extLst>
          </p:cNvPr>
          <p:cNvSpPr/>
          <p:nvPr/>
        </p:nvSpPr>
        <p:spPr>
          <a:xfrm>
            <a:off x="7437120" y="347472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3D3545"/>
                </a:solidFill>
              </a:rPr>
              <a:t>📸 INSERT SCREENSHOT:</a:t>
            </a:r>
            <a:endParaRPr lang="en-US" sz="1333" dirty="0"/>
          </a:p>
          <a:p>
            <a:pPr algn="ctr"/>
            <a:r>
              <a:rPr lang="en-US" sz="1333" i="1" dirty="0">
                <a:solidFill>
                  <a:srgbClr val="3D3545"/>
                </a:solidFill>
              </a:rPr>
              <a:t>General Books Sales Trend line chart</a:t>
            </a:r>
            <a:endParaRPr lang="en-US" sz="1333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FCB2CFB-19F8-0C7C-0D43-CB0D27935922}"/>
              </a:ext>
            </a:extLst>
          </p:cNvPr>
          <p:cNvSpPr/>
          <p:nvPr/>
        </p:nvSpPr>
        <p:spPr>
          <a:xfrm>
            <a:off x="487680" y="5547360"/>
            <a:ext cx="11216640" cy="1036320"/>
          </a:xfrm>
          <a:prstGeom prst="roundRect">
            <a:avLst>
              <a:gd name="adj" fmla="val 9412"/>
            </a:avLst>
          </a:prstGeom>
          <a:solidFill>
            <a:srgbClr val="E8E4F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D948E66-9F95-D75B-BBD2-55D60BE9166F}"/>
              </a:ext>
            </a:extLst>
          </p:cNvPr>
          <p:cNvSpPr/>
          <p:nvPr/>
        </p:nvSpPr>
        <p:spPr>
          <a:xfrm>
            <a:off x="731520" y="5632704"/>
            <a:ext cx="1072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having the same amount of stores, Florida leads Texas every year. The </a:t>
            </a:r>
            <a:r>
              <a:rPr lang="en-US" sz="1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grew from $19K (2022) to $274K (2025)</a:t>
            </a: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Yet </a:t>
            </a:r>
            <a:r>
              <a:rPr lang="en-US" sz="16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Beaumont, TX ($637K) is the #1 individual store</a:t>
            </a: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outperforming every Florida location. Q4 ($2.18M) and October ($819K) are peak periods across all 4 years combined.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436FD76-835D-295B-5583-123F8C6390D0}"/>
              </a:ext>
            </a:extLst>
          </p:cNvPr>
          <p:cNvSpPr/>
          <p:nvPr/>
        </p:nvSpPr>
        <p:spPr>
          <a:xfrm>
            <a:off x="487680" y="2316480"/>
            <a:ext cx="5018314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DC796F8C-B019-449B-6B9C-3C5659540F08}"/>
              </a:ext>
            </a:extLst>
          </p:cNvPr>
          <p:cNvSpPr/>
          <p:nvPr/>
        </p:nvSpPr>
        <p:spPr>
          <a:xfrm>
            <a:off x="5669280" y="2304288"/>
            <a:ext cx="591312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pic>
        <p:nvPicPr>
          <p:cNvPr id="18" name="Picture 17" descr="The image displays a line chart comparing the revenue trends for Florida, South Carolina, and Texas from 2022 to 2025.&#10;&#10;AI-generated content may be incorrect.">
            <a:extLst>
              <a:ext uri="{FF2B5EF4-FFF2-40B4-BE49-F238E27FC236}">
                <a16:creationId xmlns:a16="http://schemas.microsoft.com/office/drawing/2014/main" id="{26940CF0-BD44-CF4A-D1D0-12A0BFF37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1" y="2404708"/>
            <a:ext cx="4781977" cy="2969080"/>
          </a:xfrm>
          <a:prstGeom prst="rect">
            <a:avLst/>
          </a:prstGeom>
        </p:spPr>
      </p:pic>
      <p:pic>
        <p:nvPicPr>
          <p:cNvPr id="24" name="Picture 23" descr="The image shows a chart comparing the top revenue-driving stores by territory, highlighting that Beaumont (TX), Miami (FL), and Tallahassee (FL) have the highest influence on total regional sales.&#10;&#10;AI-generated content may be incorrect.">
            <a:extLst>
              <a:ext uri="{FF2B5EF4-FFF2-40B4-BE49-F238E27FC236}">
                <a16:creationId xmlns:a16="http://schemas.microsoft.com/office/drawing/2014/main" id="{702CF6DB-81EE-1C9B-B306-22C485C5A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19" y="2368731"/>
            <a:ext cx="4541521" cy="30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C5058-FA90-3886-7DCC-55017703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8E9F3AE-3564-4782-5378-31C68C500B8E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3883884-B657-EAF8-94C8-80A63B581A16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Live Power BI Filtering &amp; Mobile Layout</a:t>
            </a:r>
            <a:endParaRPr lang="en-US" sz="38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The image displays a dashboard for the South Region's sales performance, showing in-store sales data from January 2022 to December 2025, including transaction counts, total revenue, store counts, and revenue share by territory.&#10;&#10;AI-generated content may be incorrect.">
            <a:extLst>
              <a:ext uri="{FF2B5EF4-FFF2-40B4-BE49-F238E27FC236}">
                <a16:creationId xmlns:a16="http://schemas.microsoft.com/office/drawing/2014/main" id="{E41951A2-459D-A2CC-2C93-08C9A52B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44" y="1034684"/>
            <a:ext cx="3168961" cy="5347063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/>
            </a:outerShdw>
            <a:softEdge rad="38100"/>
          </a:effectLst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8B64DC3B-FA3A-48FE-35CD-4141497BC0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8558882"/>
                  </p:ext>
                </p:extLst>
              </p:nvPr>
            </p:nvGraphicFramePr>
            <p:xfrm>
              <a:off x="548278" y="1187631"/>
              <a:ext cx="7915003" cy="493449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8B64DC3B-FA3A-48FE-35CD-4141497BC0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278" y="1187631"/>
                <a:ext cx="7915003" cy="4934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BDFDE51B-D068-78A4-7BFA-31E199043E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635626"/>
                  </p:ext>
                </p:extLst>
              </p:nvPr>
            </p:nvGraphicFramePr>
            <p:xfrm>
              <a:off x="536798" y="1329143"/>
              <a:ext cx="7712529" cy="475814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BDFDE51B-D068-78A4-7BFA-31E199043E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798" y="1329143"/>
                <a:ext cx="7712529" cy="47581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4207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4ABA1-CAF2-7890-A3D8-4FC3DA2E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C96EF62-A434-97D3-3B79-DDD691E6E014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94066E7-CA7B-0106-BFD7-8594550ACA45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Strategic Recommendations</a:t>
            </a:r>
            <a:endParaRPr lang="en-US" sz="3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097B629-3F20-D9CA-ADC5-8E638B613F4E}"/>
              </a:ext>
            </a:extLst>
          </p:cNvPr>
          <p:cNvSpPr/>
          <p:nvPr/>
        </p:nvSpPr>
        <p:spPr>
          <a:xfrm>
            <a:off x="609600" y="111513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CED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South Region 2026 — turning the special 2025 surge into a targeted strategy that </a:t>
            </a:r>
            <a:r>
              <a:rPr lang="en-US" sz="1600" b="1" i="1" dirty="0">
                <a:solidFill>
                  <a:srgbClr val="D4CED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yields benefits across more categories and locations 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18DB8A6-F88F-1BD4-1F28-A50E1E3B5AE6}"/>
              </a:ext>
            </a:extLst>
          </p:cNvPr>
          <p:cNvSpPr/>
          <p:nvPr/>
        </p:nvSpPr>
        <p:spPr>
          <a:xfrm>
            <a:off x="609600" y="1685110"/>
            <a:ext cx="6979412" cy="4800600"/>
          </a:xfrm>
          <a:prstGeom prst="roundRect">
            <a:avLst>
              <a:gd name="adj" fmla="val 2439"/>
            </a:avLst>
          </a:prstGeom>
          <a:solidFill>
            <a:srgbClr val="2A2235"/>
          </a:solidFill>
          <a:ln w="1905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6965C2D-2070-D503-6031-F61124CBF7B2}"/>
              </a:ext>
            </a:extLst>
          </p:cNvPr>
          <p:cNvSpPr/>
          <p:nvPr/>
        </p:nvSpPr>
        <p:spPr>
          <a:xfrm>
            <a:off x="7714036" y="1752601"/>
            <a:ext cx="4003346" cy="4800599"/>
          </a:xfrm>
          <a:prstGeom prst="roundRect">
            <a:avLst>
              <a:gd name="adj" fmla="val 2439"/>
            </a:avLst>
          </a:prstGeom>
          <a:solidFill>
            <a:srgbClr val="2A2235"/>
          </a:solidFill>
          <a:ln w="1905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person is holding an open box containing an Apple ecosystem product, possibly a MacBook, for a speedy delivery.&#10;&#10;AI-generated content may be incorrect.">
            <a:extLst>
              <a:ext uri="{FF2B5EF4-FFF2-40B4-BE49-F238E27FC236}">
                <a16:creationId xmlns:a16="http://schemas.microsoft.com/office/drawing/2014/main" id="{0E4DADD9-3CAC-D9E7-6128-7D4FD887C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893">
            <a:off x="5263673" y="2828839"/>
            <a:ext cx="983418" cy="1648000"/>
          </a:xfrm>
          <a:prstGeom prst="rect">
            <a:avLst/>
          </a:prstGeom>
        </p:spPr>
      </p:pic>
      <p:pic>
        <p:nvPicPr>
          <p:cNvPr id="13" name="Picture 12" descr="The image shows a green Apple laptop, a pair of green wireless headphones, a white Apple watch, and a black iPad, all laid out on a light-colored surface.&#10;&#10;AI-generated content may be incorrect.">
            <a:extLst>
              <a:ext uri="{FF2B5EF4-FFF2-40B4-BE49-F238E27FC236}">
                <a16:creationId xmlns:a16="http://schemas.microsoft.com/office/drawing/2014/main" id="{64FC123F-0EA5-1838-6E46-0C48F16AE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7483">
            <a:off x="6350095" y="2120039"/>
            <a:ext cx="1032903" cy="1528799"/>
          </a:xfrm>
          <a:prstGeom prst="rect">
            <a:avLst/>
          </a:prstGeom>
        </p:spPr>
      </p:pic>
      <p:pic>
        <p:nvPicPr>
          <p:cNvPr id="15" name="Picture 14" descr="REO CPA REVIEW&#10;&#10;AI-generated content may be incorrect.">
            <a:extLst>
              <a:ext uri="{FF2B5EF4-FFF2-40B4-BE49-F238E27FC236}">
                <a16:creationId xmlns:a16="http://schemas.microsoft.com/office/drawing/2014/main" id="{AB69FFCE-AACB-1915-3D7F-31F5F2772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6874">
            <a:off x="6029621" y="4250341"/>
            <a:ext cx="1167274" cy="1667692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FC5CFA40-6A03-2B8B-38EB-8E872F0B6534}"/>
              </a:ext>
            </a:extLst>
          </p:cNvPr>
          <p:cNvSpPr/>
          <p:nvPr/>
        </p:nvSpPr>
        <p:spPr>
          <a:xfrm>
            <a:off x="929640" y="1853183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01 -  Launch a "Study Ecosystem" Bundle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7856EFA-E099-33E5-A95D-A32001762D06}"/>
              </a:ext>
            </a:extLst>
          </p:cNvPr>
          <p:cNvSpPr/>
          <p:nvPr/>
        </p:nvSpPr>
        <p:spPr>
          <a:xfrm>
            <a:off x="859972" y="2365672"/>
            <a:ext cx="4433207" cy="3439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Bundle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Laptop + discounted textbook + study guide + stationery, priced so buying together saves more to create a high transaction value sale. </a:t>
            </a:r>
          </a:p>
          <a:p>
            <a:endParaRPr lang="en-US" sz="12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this work?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= 71% of revenue + 79% of 2025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Sciences = #2 textbook subcategory.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Guides = 38.3% of Books (General).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i="1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i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pointing to the same large STEM customer base.</a:t>
            </a:r>
          </a:p>
          <a:p>
            <a:endParaRPr lang="en-US" sz="1200" b="1" i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Keeping Up with the Trends</a:t>
            </a:r>
            <a:r>
              <a:rPr lang="en-US" sz="1200" b="1" i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TikTok's Apple ecosystem study aesthetic has normalized premium student setups as a “</a:t>
            </a:r>
            <a:r>
              <a:rPr lang="en-US" sz="1200" dirty="0" err="1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student” identity purchase.</a:t>
            </a:r>
          </a:p>
          <a:p>
            <a:endParaRPr lang="en-US" sz="12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January 2026 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Q1 &amp; Q2 average weakest at  ~$1.90M with no spring trigger.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which is naturally driven by back-to-school and holiday spending 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spring semester has no structured purchasing moment pulling students into stores.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January bundle launch created that trigger meeting students exactly when new semester motivation is highest and </a:t>
            </a:r>
            <a:r>
              <a:rPr lang="en-US" sz="12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 intent is at its peak</a:t>
            </a:r>
            <a:r>
              <a:rPr lang="en-US" sz="12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200" b="1" i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400" dirty="0">
              <a:solidFill>
                <a:srgbClr val="D4CED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E8A9D49-B5F5-9C10-0177-8D8F9870532F}"/>
              </a:ext>
            </a:extLst>
          </p:cNvPr>
          <p:cNvSpPr/>
          <p:nvPr/>
        </p:nvSpPr>
        <p:spPr>
          <a:xfrm>
            <a:off x="8014062" y="1853183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  Close the Territory  Gap (Florida-Texas)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9B80668-13D7-2B9B-2370-5833772CB16C}"/>
              </a:ext>
            </a:extLst>
          </p:cNvPr>
          <p:cNvSpPr/>
          <p:nvPr/>
        </p:nvSpPr>
        <p:spPr>
          <a:xfrm>
            <a:off x="7937672" y="2633907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gap: 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 leads Texas 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$3.93M vs $3.42M 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equal store counts 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(11 each)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Gap grew from $19K in 2022 to $274K in 2025.
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counter-narrative: 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Beaumont, TX ($637K) is the #1 individual store region-wide, outperforming every Florida location. Its population is not impressive, so Its store execution carries their success.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Beaumont + Florida's flagship stores, extract the tactics, apply to underperforming Texas locations.
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to South Carolina: 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Carolina only has 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stores,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it holds its own with </a:t>
            </a:r>
            <a:r>
              <a:rPr lang="en-US" sz="13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Greenville ($337K), which is in the top  5 region-wide</a:t>
            </a:r>
            <a:r>
              <a:rPr lang="en-US" sz="13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proves the model can work  in small markets. Apply the model to neighboring store Charleston.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50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FAF9F8"/>
          </a:fgClr>
          <a:bgClr>
            <a:schemeClr val="accent4">
              <a:lumMod val="40000"/>
              <a:lumOff val="6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E1EEC-4AD1-A906-4872-81BD1902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47CB0F9-E4FA-6DEF-C963-45815C032C3E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5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FDB003-DED5-AFD6-5DB3-A8604C5C23AC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800" b="1" dirty="0">
                <a:solidFill>
                  <a:schemeClr val="bg2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Repository</a:t>
            </a:r>
            <a:endParaRPr lang="en-US" sz="3800" dirty="0">
              <a:solidFill>
                <a:schemeClr val="bg2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 descr="Capstone 3: EmporiUm South Region Sales Analysis with Power BI&#10;&#10;AI-generated content may be incorrect.">
            <a:extLst>
              <a:ext uri="{FF2B5EF4-FFF2-40B4-BE49-F238E27FC236}">
                <a16:creationId xmlns:a16="http://schemas.microsoft.com/office/drawing/2014/main" id="{F7EF6644-E273-7D72-BAB2-3E3DD4CE4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7" y="1266008"/>
            <a:ext cx="6112794" cy="4417423"/>
          </a:xfrm>
          <a:prstGeom prst="rect">
            <a:avLst/>
          </a:prstGeom>
          <a:effectLst>
            <a:outerShdw blurRad="50800" dist="50800" dir="5400000" algn="ctr" rotWithShape="0">
              <a:schemeClr val="accent6">
                <a:lumMod val="40000"/>
                <a:lumOff val="60000"/>
              </a:scheme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83D582-0178-926B-90CA-D7843BC96A26}"/>
              </a:ext>
            </a:extLst>
          </p:cNvPr>
          <p:cNvSpPr/>
          <p:nvPr/>
        </p:nvSpPr>
        <p:spPr>
          <a:xfrm>
            <a:off x="7328263" y="1913709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Capstone 3 GitHub Repository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B18EFD-6D35-E080-1AF6-45F9C20080AF}"/>
              </a:ext>
            </a:extLst>
          </p:cNvPr>
          <p:cNvSpPr/>
          <p:nvPr/>
        </p:nvSpPr>
        <p:spPr>
          <a:xfrm>
            <a:off x="7328263" y="2828109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Service Report Link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252A6E-00AD-0D9C-1D4D-D6CD4D76CC1D}"/>
              </a:ext>
            </a:extLst>
          </p:cNvPr>
          <p:cNvSpPr/>
          <p:nvPr/>
        </p:nvSpPr>
        <p:spPr>
          <a:xfrm>
            <a:off x="7328263" y="3661955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sguerrero@my.yearupunited.org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DAACD8-4672-850B-25CC-E13BA95B85C3}"/>
              </a:ext>
            </a:extLst>
          </p:cNvPr>
          <p:cNvSpPr/>
          <p:nvPr/>
        </p:nvSpPr>
        <p:spPr>
          <a:xfrm>
            <a:off x="8098972" y="4659086"/>
            <a:ext cx="3161212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96680686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Custom 2">
      <a:dk1>
        <a:sysClr val="windowText" lastClr="000000"/>
      </a:dk1>
      <a:lt1>
        <a:sysClr val="window" lastClr="FFFFFF"/>
      </a:lt1>
      <a:dk2>
        <a:srgbClr val="2C2830"/>
      </a:dk2>
      <a:lt2>
        <a:srgbClr val="F5F3F8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7F9CBC22-6D25-4787-8904-03F4ADF90DCB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4276F67-03BC-45EB-865B-E0F43A1FB354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4500cb5a-08d8-4d3e-a591-87b71b9dfdf0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bookmark" value="&quot;H4sIAAAAAAAAA+1ZWW/bOBD+K4awQF+MgrqlvG2S7oEmi2wcdFEs8jAkR7ZaRdRSdBJv4P++Q8rOYcex4zapW2wekogzmuObg0PqxpNl21Qw+QMu0Nvz9pX6fAH6cy/w+l7drTE/hihjKULqh1xmWYApUVVjSlW33t6NZ0AP0Xwo2zFUVhAt/n3e96CqTmBonwqoWux7DepW1VCV/2LHTCSjxzjte3jdVEqDFTkwYNCKvSR2eiYT/LchaQRhykscoDDdahSkaREzPw04yzFhsR8JYms7BmfZoyxWtFN/oGoDZU1q7JpMQiZkmMeB4DkG4AdBZtfbsh5WM4Pv3j2bNBYcg9eGq2uLB/9Eiq2k6ZQcKqICmWAQcsZihpLlEbNvF2VlZgr55N11owkrQrCT9rO8hFqg9BwgGtvO/xvvQFXjC/ffuwfrAzXWAk+xcKTalGZCYg4JwDPgFXrWkhOtCHhH+Iig3dpIXR1oJDbp7bHpOa086WVblQL1Aye9C6SgO9zAgHOi6RSV2NGVdGR0Pt54RyX53cn+ANXYin2zD20p3pBF9HNuI1fNg7skrjW6FGbgrBw4vjXCXc7NRFuXu+whMD7dyw/H3Dp1Xxfi8y6noW7nGd1p0apy/801k9cVXmLVUf8Zo56QKsdxq+Ktk0mcZUtGVtC0Nmy2cGhJojPpPU5exA2r9KSs67lGu6KVcuDPdc9BrMdVNQM7zAIR+37EEhZAHEIaBtHa7D8gY4aKwkyB/LICGBilsTcAi/WCY2eodUnkyc7WwddP1g3hOHeNC5An3IckivNUcOGHoRC7EbqOdKSE2yZ2KX6H9IZUV7ULoS2Z32vavMiqwbyjHa+XYsvre2yFz4lYl2KikDKL8iBOfCmjKMaMrU+xlXvjMUI71ripuafYKG16s7eWC0IZqHqnOCQh95x6mGj9V7dK004CLli9AzWuzU4Y5aByMd4NkFTT+6L2LkDLGenBPEcPWqLen7h8PCz1vDSD/oLdr5CLXQn7XERhkYVcgGCRyGMh0rXDajsC+rs0qtJ8n+VIo3Kcpj5w+o1sW1lRXPAMch6keeSnKQ9ikW8rS4oI01Riivb0gQEJDLaVxaMszZIYfcaR5VyC5MmP1nJ+K6nxazGaHNmJctm4W/p20+G91x2ld7dgyTOlq84Y/Y1mhd1w4c8x0Ob9vXtxTKfbUc8d7LfohRWdiw9GhMNiK3x0eJih0TXI3XB/noe7Ys+9pNoVkx5kSDeaSeanUZRLP8hCloUpE3mwG9P/Uzv7Nxp91rTstTXWlI+X2E5NG5tU/EseRwUmqR8zARELJc0WbIOzwqsk5C0CP0w+ctD/5+OqGHfpGPuUg1kRchYAz5NQSpY+Z47s+Nx5e367TTD+otWFe2F2DW+vKFbC1Pe6cDGLxV8jtIA7n2tZmtskv2hAl+3i0/uyplTw7RZQmM1D1j04wxbvCdXH3q9aXdE+8pOjnZbDkZP8yD0EO55fQrxsNSwZtVSds08bWZEFkhWMcZYwhjwRvk/4bhs2eT9sdzvylweM3QVso9S+jZdc+QXgqTgFLIiPVoXqJT9F+BsO2K/Rw9d2yyvi1AVU1Q71zIXM/9bdkslcQMIhZlRfPgsSGcVrT/DdNdf+2BgyY+Eg76Q+dnmrxqZtaFY4gRofuTJ1n2KkDewzLkqn0/8AtIlpsB8dAAA=&quot;"/>
    <we:property name="datasetId" value="&quot;546bde35-da02-48be-9fa5-64367d91e6ba&quot;"/>
    <we:property name="pageName" value="&quot;4277f50172b09e60514c&quot;"/>
    <we:property name="reportUrl" value="&quot;/links/6cknrtu6-y?ctid=bbce5c37-f181-4d0c-9310-7f877336e1cf&amp;bookmarkGuid=f43f6056-04ff-47ed-a554-e3349e937572&quot;"/>
    <we:property name="reportName" value="&quot;Guerrero_Capstone3&quot;"/>
    <we:property name="reportState" value="&quot;CONNECTED&quot;"/>
    <we:property name="pageDisplayName" value="&quot;Sales Performance Overview&quot;"/>
    <we:property name="backgroundColor" value="&quot;#AACCCC&quot;"/>
    <we:property name="initialStateBookmark" value="&quot;H4sIAAAAAAAAA+1Z608bORD/V6LVSf0SVd73Lt8gcA8BLSWop+qETn7MJm436z2vA+QQ//uNvQmEEEgaCk2ry4ck67Hn+Zvx2HvtCdnUJZ28oyPwdrw9pb6MqP7SCbyuV03H3r8/PN49Pfz73e7xAQ6r2khVNd7OtWeoHoD5KJsxLS0HHPzrvOvRsjyhA/tU0LKBrleDblRFS/kvtJORZPQYbroeXNWl0tSy7BtqwLK9wOn4jLL9tyFKpNzIC+gDN+1oFKRpERM/DRjJISGxH3Gc1rQTnGZLp1jWTnxPVYbKCsXYMZGEhIswjwPOcgioHwSZHW9kNSinCt+tPZvU1isGrgxTV9Yf7DMKtpxubtCgIiqAcEJDRkhMQJA8InZ1IUszFcgmB1e1Rl+hB1tuu+KCVhyE5xyioWntv/Z6qhyP3L+De+N9NdYcTqFwpMpIM0E2++jAM8pK8KwmJ1qh4x3hE1DtxobqsqcBpwlvh9yc48iTVjal5KDvGemNAIPu/EYNdUbUrSAJLV0JRwZn47V3JNHulvdHWo4t2zd7tJH8DWqEn3MbuXIW3AfsGqMlN32nZd/NW8HcYW7K2prcoged8XkOH25y48R9Wxeft5imVTNDdCtFq9L9m0lGq0u4gLKl/jMGPUFRbsatiLeOJ86UDSpZ0rqxYbOJg0MCnEqHMHkRM6zQE1lVM4l2RCvlnD+TPXNiNS7LqbPDLOCx70ckIQGNQ5qGQbQS/T1UZqAwzBjI5yVA3ygNnT61vl4w7Ay0lkiebG0efHuwrumOc1e4KLCE+TSJ4jzljPthyPl2hK4lHSnutoltit8+rhDqsnIhtCnzR4WbF2rVn1W049VcbHr9iKXwayLWQowXQmRRHsSJL0QUxZCR1RB7dG88BtqMNayr7inUSpvOdNXDhFCGlp1TGCCTOaPuA6376lpp3EmoC1anp8aV2QqlnKtcjLfDSaruPKu8c6rFlHSvn8MHLUDvTRwe96WepWbQXdD7FbDYprDPeBQWWcg45STiecx5urJZbYYUfx+0qn5MsxywVY7T1KcMv4FsyiuKC5bRnAVpHvlpyoKY55vyEjyCNBWQYn1IAQJkGGzKi0VZmiUx+IQByZmggiU/W8n5XWLh13w4ObId5UPlbumbdYdzyx2lczdgyVOhj50xumv1Ctthwocxxc37R7fiGE+3w4470W9QC0s8F/eG6IfFUri0eZh6oy2Q22H+DIfbos8cqLZFpXsIaVszQfw0inLhB1lIsjAlPA+2o/t/amf/Tq3PipK9MsdquTzFtqrbWCfjX/I4yiFJ/ZhwGpFQYG9B1jgrvAogbz3w0+CRUf0/Hh+LcQvH2EcMZkXISEBZnoRCkPRr+sh2njtvz2630Y2/ajVyC6b37/aK4lE3db02XMT64s8hWIc7myshzS3IRzXVsll8OpQVQsG3W0Bh1g9Z++AUW7wnVJ86v2l1ifvIL452KgdDx3nJPQQ5nl1CvGw2PFDqQXZO32lkRRYIUhDCSEIIsIT7Pvp307CJ+bDd7cjPDxi5C9ha0L6Nl3j0DcBTcQpIEB89FqqXfBXhr9lgv0YNX1ktL3GmLmhZblHNXED+966WROScJozGBPPLJ0EionjlCb695tobG4NqLBzkHddll7dqbJoae4UTWsGSK1P3KkbYwK53Udq1KkkL26cXzN3Z2q//ADEoUjRIHQAA&quot;"/>
    <we:property name="isFiltersActionButtonVisible" value="true"/>
    <we:property name="isVisualContainerHeaderHidden" value="false"/>
    <we:property name="reportEmbeddedTime" value="&quot;2026-06-26T05:29:17.873Z&quot;"/>
    <we:property name="creatorTenantId" value="&quot;bbce5c37-f181-4d0c-9310-7f877336e1cf&quot;"/>
    <we:property name="creatorUserId" value="&quot;10032005A82EEA88&quot;"/>
    <we:property name="creatorSessionId" value="&quot;369032e5-b6c8-4706-a44c-2dee2d28a687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1263</Words>
  <Application>Microsoft Office PowerPoint</Application>
  <PresentationFormat>Widescreen</PresentationFormat>
  <Paragraphs>151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Bembo</vt:lpstr>
      <vt:lpstr>Calibri</vt:lpstr>
      <vt:lpstr>Cambria</vt:lpstr>
      <vt:lpstr>AdornVTI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sharleen guerrero</dc:creator>
  <cp:lastModifiedBy>sharleen guerrero</cp:lastModifiedBy>
  <cp:revision>2</cp:revision>
  <dcterms:created xsi:type="dcterms:W3CDTF">2026-06-22T16:26:13Z</dcterms:created>
  <dcterms:modified xsi:type="dcterms:W3CDTF">2026-06-26T07:03:35Z</dcterms:modified>
</cp:coreProperties>
</file>